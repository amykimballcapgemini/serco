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4"/>
    <p:sldMasterId id="2147484006" r:id="rId5"/>
  </p:sldMasterIdLst>
  <p:notesMasterIdLst>
    <p:notesMasterId r:id="rId7"/>
  </p:notesMasterIdLst>
  <p:handoutMasterIdLst>
    <p:handoutMasterId r:id="rId8"/>
  </p:handoutMasterIdLst>
  <p:sldIdLst>
    <p:sldId id="2147483536" r:id="rId6"/>
  </p:sldIdLst>
  <p:sldSz cx="12192000" cy="6858000"/>
  <p:notesSz cx="6858000" cy="9144000"/>
  <p:custShowLst>
    <p:custShow name="Custom Show 1" id="0">
      <p:sldLst/>
    </p:custShow>
  </p:custShowLst>
  <p:custDataLst>
    <p:tags r:id="rId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F243242-4D79-4F61-BBCE-FF67B2A73395}">
          <p14:sldIdLst>
            <p14:sldId id="2147483536"/>
          </p14:sldIdLst>
        </p14:section>
      </p14:sectionLst>
    </p:ext>
    <p:ext uri="{EFAFB233-063F-42B5-8137-9DF3F51BA10A}">
      <p15:sldGuideLst xmlns:p15="http://schemas.microsoft.com/office/powerpoint/2012/main">
        <p15:guide id="5" orient="horz" pos="2341" userDrawn="1">
          <p15:clr>
            <a:srgbClr val="A4A3A4"/>
          </p15:clr>
        </p15:guide>
        <p15:guide id="7" pos="3659"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9BAF36A-05AA-A6E9-DD20-83AFACC82B8F}" name="Kimball, Amy" initials="AK" userId="S::amy.kimball@capgemini.com::62df0a57-03b5-45c0-b25a-cf754bb152fe" providerId="AD"/>
  <p188:author id="{69044FBB-D9B7-6C47-BD7F-FFA2E90322F5}" name="Chan, Michael" initials="CM" userId="S::michael.chan@capgemini.com::9aec36cf-f2c1-4d6c-9e28-470f1abefcb1" providerId="AD"/>
  <p188:author id="{695C97DB-851D-A94E-34C0-0A7C03DE2BA9}" name="Nguyen, Tiffany (Mong-Tuyen)" initials="TN" userId="S::mong-tuyen.nguyen@capgemini.com::82989471-ab78-4723-a5a3-8d397604d153" providerId="AD"/>
  <p188:author id="{A489D0DF-91EF-BC54-FCD0-C3F09000798A}" name="Blanchard, Chris" initials="BC" userId="S::chris.blanchard@capgemini.com::a953aacf-57a2-4b39-b5ea-5ed2eb98a036" providerId="AD"/>
  <p188:author id="{7A2BD5E4-7756-E070-5F63-DDDD5FC2C433}" name="Nguyen, Tiffany (Mong-Tuyen)" initials="MTN" userId="Nguyen, Tiffany (Mong-Tuye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7FB8"/>
    <a:srgbClr val="003857"/>
    <a:srgbClr val="BCE7FF"/>
    <a:srgbClr val="CB1224"/>
    <a:srgbClr val="95E616"/>
    <a:srgbClr val="12ABDB"/>
    <a:srgbClr val="2B0A3D"/>
    <a:srgbClr val="4D4E55"/>
    <a:srgbClr val="4472A7"/>
    <a:srgbClr val="001C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74" autoAdjust="0"/>
    <p:restoredTop sz="87772" autoAdjust="0"/>
  </p:normalViewPr>
  <p:slideViewPr>
    <p:cSldViewPr snapToGrid="0">
      <p:cViewPr varScale="1">
        <p:scale>
          <a:sx n="85" d="100"/>
          <a:sy n="85" d="100"/>
        </p:scale>
        <p:origin x="2004" y="300"/>
      </p:cViewPr>
      <p:guideLst>
        <p:guide orient="horz" pos="2341"/>
        <p:guide pos="3659"/>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19/03/2026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19/03/2026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CF63-C642-9E85-D75E-5BFCF674F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624DB-DCC9-61DE-79A6-DC7D06C428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83B8A-D485-11B0-19F6-7487D7EFA04A}"/>
              </a:ext>
            </a:extLst>
          </p:cNvPr>
          <p:cNvSpPr>
            <a:spLocks noGrp="1"/>
          </p:cNvSpPr>
          <p:nvPr>
            <p:ph type="body" idx="1"/>
          </p:nvPr>
        </p:nvSpPr>
        <p:spPr/>
        <p:txBody>
          <a:bodyPr/>
          <a:lstStyle/>
          <a:p>
            <a:r>
              <a:rPr lang="en-US" dirty="0"/>
              <a:t>	ALL ACCESS	OWERS ACCESS ONLY</a:t>
            </a:r>
          </a:p>
          <a:p>
            <a:r>
              <a:rPr lang="en-US" dirty="0"/>
              <a:t>SPO	19	12</a:t>
            </a:r>
          </a:p>
          <a:p>
            <a:r>
              <a:rPr lang="en-US" dirty="0"/>
              <a:t>SPO - M365 GROUP CONNECTED	139	55</a:t>
            </a:r>
          </a:p>
          <a:p>
            <a:r>
              <a:rPr lang="en-US" dirty="0"/>
              <a:t>TEAMS	416	224</a:t>
            </a:r>
          </a:p>
          <a:p>
            <a:endParaRPr lang="en-US" dirty="0"/>
          </a:p>
        </p:txBody>
      </p:sp>
      <p:sp>
        <p:nvSpPr>
          <p:cNvPr id="4" name="Slide Number Placeholder 3">
            <a:extLst>
              <a:ext uri="{FF2B5EF4-FFF2-40B4-BE49-F238E27FC236}">
                <a16:creationId xmlns:a16="http://schemas.microsoft.com/office/drawing/2014/main" id="{61D490D4-4D83-1277-1E55-D62C735CE7D1}"/>
              </a:ext>
            </a:extLst>
          </p:cNvPr>
          <p:cNvSpPr>
            <a:spLocks noGrp="1"/>
          </p:cNvSpPr>
          <p:nvPr>
            <p:ph type="sldNum" sz="quarter" idx="5"/>
          </p:nvPr>
        </p:nvSpPr>
        <p:spPr/>
        <p:txBody>
          <a:bodyPr/>
          <a:lstStyle/>
          <a:p>
            <a:fld id="{C0696B5C-12A0-4042-B4D0-BD3B9A4F58C6}" type="slidenum">
              <a:rPr lang="pt-BR" smtClean="0"/>
              <a:pPr/>
              <a:t>1</a:t>
            </a:fld>
            <a:endParaRPr lang="pt-BR"/>
          </a:p>
        </p:txBody>
      </p:sp>
    </p:spTree>
    <p:extLst>
      <p:ext uri="{BB962C8B-B14F-4D97-AF65-F5344CB8AC3E}">
        <p14:creationId xmlns:p14="http://schemas.microsoft.com/office/powerpoint/2010/main" val="1104728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hyperlink" Target="http://www.facebook.com/capgemini" TargetMode="External"/><Relationship Id="rId1" Type="http://schemas.openxmlformats.org/officeDocument/2006/relationships/slideMaster" Target="../slideMasters/slideMaster2.xml"/><Relationship Id="rId6" Type="http://schemas.openxmlformats.org/officeDocument/2006/relationships/hyperlink" Target="http://www.slideshare.net/capgemini" TargetMode="External"/><Relationship Id="rId5" Type="http://schemas.openxmlformats.org/officeDocument/2006/relationships/image" Target="../media/image3.png"/><Relationship Id="rId10" Type="http://schemas.openxmlformats.org/officeDocument/2006/relationships/image" Target="../media/image16.png"/><Relationship Id="rId4" Type="http://schemas.openxmlformats.org/officeDocument/2006/relationships/hyperlink" Target="http://www.linkedin.com/company/capgemini" TargetMode="External"/><Relationship Id="rId9"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hyperlink" Target="http://www.facebook.com/capgemini" TargetMode="External"/><Relationship Id="rId1" Type="http://schemas.openxmlformats.org/officeDocument/2006/relationships/slideMaster" Target="../slideMasters/slideMaster2.xml"/><Relationship Id="rId6" Type="http://schemas.openxmlformats.org/officeDocument/2006/relationships/hyperlink" Target="http://www.slideshare.net/capgemini" TargetMode="External"/><Relationship Id="rId5" Type="http://schemas.openxmlformats.org/officeDocument/2006/relationships/image" Target="../media/image3.png"/><Relationship Id="rId10" Type="http://schemas.openxmlformats.org/officeDocument/2006/relationships/image" Target="../media/image17.png"/><Relationship Id="rId4" Type="http://schemas.openxmlformats.org/officeDocument/2006/relationships/hyperlink" Target="http://www.linkedin.com/company/capgemini" TargetMode="External"/><Relationship Id="rId9"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28166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nchorCtr="0"/>
          <a:lstStyle/>
          <a:p>
            <a:r>
              <a:rPr lang="en-US"/>
              <a:t>Click to edit Master title style</a:t>
            </a:r>
            <a:endParaRPr lang="de-DE"/>
          </a:p>
        </p:txBody>
      </p:sp>
    </p:spTree>
    <p:extLst>
      <p:ext uri="{BB962C8B-B14F-4D97-AF65-F5344CB8AC3E}">
        <p14:creationId xmlns:p14="http://schemas.microsoft.com/office/powerpoint/2010/main" val="1286416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380,000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2022 global revenues of €21.9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30474889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Slide 2">
    <p:bg>
      <p:bgPr>
        <a:solidFill>
          <a:schemeClr val="tx2"/>
        </a:solidFill>
        <a:effectLst/>
      </p:bgPr>
    </p:bg>
    <p:spTree>
      <p:nvGrpSpPr>
        <p:cNvPr id="1" name=""/>
        <p:cNvGrpSpPr/>
        <p:nvPr/>
      </p:nvGrpSpPr>
      <p:grpSpPr>
        <a:xfrm>
          <a:off x="0" y="0"/>
          <a:ext cx="0" cy="0"/>
          <a:chOff x="0" y="0"/>
          <a:chExt cx="0" cy="0"/>
        </a:xfrm>
      </p:grpSpPr>
      <p:pic>
        <p:nvPicPr>
          <p:cNvPr id="5" name="Picture 4" descr="A City Scape of a coastal city">
            <a:extLst>
              <a:ext uri="{FF2B5EF4-FFF2-40B4-BE49-F238E27FC236}">
                <a16:creationId xmlns:a16="http://schemas.microsoft.com/office/drawing/2014/main" id="{DCA925EA-A74D-1D42-AA55-CEBA35F4E32F}"/>
              </a:ext>
              <a:ext uri="{C183D7F6-B498-43B3-948B-1728B52AA6E4}">
                <adec:decorative xmlns:adec="http://schemas.microsoft.com/office/drawing/2017/decorative" val="0"/>
              </a:ext>
            </a:extLst>
          </p:cNvPr>
          <p:cNvPicPr>
            <a:picLocks noChangeAspect="1"/>
          </p:cNvPicPr>
          <p:nvPr userDrawn="1"/>
        </p:nvPicPr>
        <p:blipFill>
          <a:blip r:embed="rId2"/>
          <a:src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FB6A7679-CD12-264F-8D68-C04698BD1C02}"/>
              </a:ext>
              <a:ext uri="{C183D7F6-B498-43B3-948B-1728B52AA6E4}">
                <adec:decorative xmlns:adec="http://schemas.microsoft.com/office/drawing/2017/decorative" val="1"/>
              </a:ext>
            </a:extLst>
          </p:cNvPr>
          <p:cNvSpPr/>
          <p:nvPr userDrawn="1"/>
        </p:nvSpPr>
        <p:spPr bwMode="auto">
          <a:xfrm>
            <a:off x="1" y="0"/>
            <a:ext cx="12192000" cy="6858000"/>
          </a:xfrm>
          <a:prstGeom prst="rect">
            <a:avLst/>
          </a:prstGeom>
          <a:gradFill>
            <a:gsLst>
              <a:gs pos="100000">
                <a:schemeClr val="tx1">
                  <a:alpha val="9000"/>
                </a:schemeClr>
              </a:gs>
              <a:gs pos="60000">
                <a:srgbClr val="212121">
                  <a:alpha val="49000"/>
                </a:srgbClr>
              </a:gs>
              <a:gs pos="46000">
                <a:schemeClr val="bg1">
                  <a:alpha val="45000"/>
                </a:schemeClr>
              </a:gs>
              <a:gs pos="0">
                <a:schemeClr val="bg1">
                  <a:alpha val="17344"/>
                </a:schemeClr>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0" name="Rectangle 9">
            <a:extLst>
              <a:ext uri="{FF2B5EF4-FFF2-40B4-BE49-F238E27FC236}">
                <a16:creationId xmlns:a16="http://schemas.microsoft.com/office/drawing/2014/main" id="{1E0466DD-5304-420C-8CBA-9B5C39EF77CF}"/>
              </a:ext>
              <a:ext uri="{C183D7F6-B498-43B3-948B-1728B52AA6E4}">
                <adec:decorative xmlns:adec="http://schemas.microsoft.com/office/drawing/2017/decorative" val="1"/>
              </a:ext>
            </a:extLst>
          </p:cNvPr>
          <p:cNvSpPr/>
          <p:nvPr userDrawn="1"/>
        </p:nvSpPr>
        <p:spPr bwMode="auto">
          <a:xfrm>
            <a:off x="5394960" y="3318235"/>
            <a:ext cx="6797040" cy="3539765"/>
          </a:xfrm>
          <a:prstGeom prst="rect">
            <a:avLst/>
          </a:prstGeom>
          <a:gradFill>
            <a:gsLst>
              <a:gs pos="41000">
                <a:srgbClr val="000000">
                  <a:alpha val="22000"/>
                </a:srgbClr>
              </a:gs>
              <a:gs pos="0">
                <a:schemeClr val="bg1">
                  <a:alpha val="0"/>
                </a:schemeClr>
              </a:gs>
              <a:gs pos="100000">
                <a:schemeClr val="bg1">
                  <a:alpha val="8500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itle 2">
            <a:extLst>
              <a:ext uri="{FF2B5EF4-FFF2-40B4-BE49-F238E27FC236}">
                <a16:creationId xmlns:a16="http://schemas.microsoft.com/office/drawing/2014/main" id="{84B6163F-F990-D34B-9E2A-FDA8A16714C0}"/>
              </a:ext>
            </a:extLst>
          </p:cNvPr>
          <p:cNvSpPr>
            <a:spLocks noGrp="1"/>
          </p:cNvSpPr>
          <p:nvPr>
            <p:ph type="title"/>
          </p:nvPr>
        </p:nvSpPr>
        <p:spPr>
          <a:xfrm>
            <a:off x="6096001" y="3685032"/>
            <a:ext cx="4648200" cy="2279835"/>
          </a:xfrm>
        </p:spPr>
        <p:txBody>
          <a:bodyPr>
            <a:noAutofit/>
          </a:bodyPr>
          <a:lstStyle>
            <a:lvl1pPr>
              <a:defRPr sz="3600"/>
            </a:lvl1pPr>
          </a:lstStyle>
          <a:p>
            <a:r>
              <a:rPr lang="en-US"/>
              <a:t>Click to edit Master title style</a:t>
            </a:r>
          </a:p>
        </p:txBody>
      </p:sp>
      <p:sp>
        <p:nvSpPr>
          <p:cNvPr id="2" name="Rectangle 1" descr="The Line">
            <a:extLst>
              <a:ext uri="{FF2B5EF4-FFF2-40B4-BE49-F238E27FC236}">
                <a16:creationId xmlns:a16="http://schemas.microsoft.com/office/drawing/2014/main" id="{4C5C4687-7859-D044-817A-4562925B6B94}"/>
              </a:ext>
              <a:ext uri="{C183D7F6-B498-43B3-948B-1728B52AA6E4}">
                <adec:decorative xmlns:adec="http://schemas.microsoft.com/office/drawing/2017/decorative" val="0"/>
              </a:ext>
            </a:extLst>
          </p:cNvPr>
          <p:cNvSpPr/>
          <p:nvPr userDrawn="1"/>
        </p:nvSpPr>
        <p:spPr bwMode="auto">
          <a:xfrm>
            <a:off x="6096000" y="3318235"/>
            <a:ext cx="6096000" cy="226243"/>
          </a:xfrm>
          <a:prstGeom prst="rect">
            <a:avLst/>
          </a:pr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cs typeface="Segoe UI" pitchFamily="34" charset="0"/>
            </a:endParaRPr>
          </a:p>
        </p:txBody>
      </p:sp>
      <p:sp>
        <p:nvSpPr>
          <p:cNvPr id="9" name="Text Placeholder 2">
            <a:extLst>
              <a:ext uri="{FF2B5EF4-FFF2-40B4-BE49-F238E27FC236}">
                <a16:creationId xmlns:a16="http://schemas.microsoft.com/office/drawing/2014/main" id="{C76A859C-B570-764B-AFE5-06D2C1FE23E1}"/>
              </a:ext>
            </a:extLst>
          </p:cNvPr>
          <p:cNvSpPr>
            <a:spLocks noGrp="1"/>
          </p:cNvSpPr>
          <p:nvPr>
            <p:ph type="body" sz="quarter" idx="12" hasCustomPrompt="1"/>
          </p:nvPr>
        </p:nvSpPr>
        <p:spPr>
          <a:xfrm>
            <a:off x="6096000" y="547683"/>
            <a:ext cx="4648200" cy="276999"/>
          </a:xfrm>
        </p:spPr>
        <p:txBody>
          <a:bodyPr/>
          <a:lstStyle>
            <a:lvl1pPr marL="0" indent="0">
              <a:buFontTx/>
              <a:buNone/>
              <a:defRPr sz="1800"/>
            </a:lvl1pPr>
          </a:lstStyle>
          <a:p>
            <a:r>
              <a:rPr lang="en-US"/>
              <a:t>Click to add industry vertical</a:t>
            </a:r>
          </a:p>
        </p:txBody>
      </p:sp>
      <p:pic>
        <p:nvPicPr>
          <p:cNvPr id="7" name="Picture 6" descr="Microsoft logo white text version">
            <a:extLst>
              <a:ext uri="{FF2B5EF4-FFF2-40B4-BE49-F238E27FC236}">
                <a16:creationId xmlns:a16="http://schemas.microsoft.com/office/drawing/2014/main" id="{F47C80E3-9EE8-474B-B460-8FCB659F5EB0}"/>
              </a:ext>
            </a:extLst>
          </p:cNvPr>
          <p:cNvPicPr>
            <a:picLocks noChangeAspect="1"/>
          </p:cNvPicPr>
          <p:nvPr userDrawn="1"/>
        </p:nvPicPr>
        <p:blipFill>
          <a:blip r:embed="rId3"/>
          <a:stretch>
            <a:fillRect/>
          </a:stretch>
        </p:blipFill>
        <p:spPr>
          <a:xfrm>
            <a:off x="126243" y="2759700"/>
            <a:ext cx="2979002" cy="1337764"/>
          </a:xfrm>
          <a:prstGeom prst="rect">
            <a:avLst/>
          </a:prstGeom>
        </p:spPr>
      </p:pic>
    </p:spTree>
    <p:extLst>
      <p:ext uri="{BB962C8B-B14F-4D97-AF65-F5344CB8AC3E}">
        <p14:creationId xmlns:p14="http://schemas.microsoft.com/office/powerpoint/2010/main" val="26599854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lvl1pPr>
              <a:defRPr/>
            </a:lvl1pPr>
            <a:lvl2pPr>
              <a:defRPr/>
            </a:lvl2pPr>
            <a:lvl3pPr marL="361950" indent="-184150">
              <a:buFont typeface="Verdana" panose="020B0604030504040204" pitchFamily="34" charset="0"/>
              <a:buChar char="–"/>
              <a:defRPr/>
            </a:lvl3pPr>
            <a:lvl4pPr marL="539750" indent="-177800">
              <a:buFont typeface="Arial" panose="020B0604020202020204" pitchFamily="34" charset="0"/>
              <a:buChar char="•"/>
              <a:defRPr/>
            </a:lvl4pPr>
            <a:lvl5pPr marL="717550" indent="-177800">
              <a:buFont typeface="Courier New" panose="02070309020205020404" pitchFamily="49" charset="0"/>
              <a:buChar char="o"/>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lvl1pPr>
              <a:defRPr/>
            </a:lvl1pPr>
          </a:lstStyle>
          <a:p>
            <a:r>
              <a:rPr lang="en-US"/>
              <a:t>Click to edit Master title style</a:t>
            </a:r>
            <a:endParaRPr lang="en-GB"/>
          </a:p>
        </p:txBody>
      </p:sp>
    </p:spTree>
    <p:extLst>
      <p:ext uri="{BB962C8B-B14F-4D97-AF65-F5344CB8AC3E}">
        <p14:creationId xmlns:p14="http://schemas.microsoft.com/office/powerpoint/2010/main" val="503517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e 5">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746256201"/>
      </p:ext>
    </p:extLst>
  </p:cSld>
  <p:clrMapOvr>
    <a:masterClrMapping/>
  </p:clrMapOvr>
  <p:hf sldNum="0" hdr="0" ft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1">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Image 3">
            <a:extLst>
              <a:ext uri="{FF2B5EF4-FFF2-40B4-BE49-F238E27FC236}">
                <a16:creationId xmlns:a16="http://schemas.microsoft.com/office/drawing/2014/main" id="{75AF5888-BD34-41EB-546E-BE945F03BA0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flipH="1">
            <a:off x="3429336" y="25029"/>
            <a:ext cx="8715336" cy="7220395"/>
          </a:xfrm>
          <a:prstGeom prst="rect">
            <a:avLst/>
          </a:prstGeom>
        </p:spPr>
      </p:pic>
    </p:spTree>
    <p:extLst>
      <p:ext uri="{BB962C8B-B14F-4D97-AF65-F5344CB8AC3E}">
        <p14:creationId xmlns:p14="http://schemas.microsoft.com/office/powerpoint/2010/main" val="896565887"/>
      </p:ext>
    </p:extLst>
  </p:cSld>
  <p:clrMapOvr>
    <a:masterClrMapping/>
  </p:clrMapOvr>
  <p:hf sldNum="0" hdr="0" ftr="0" dt="0"/>
  <p:extLst>
    <p:ext uri="{DCECCB84-F9BA-43D5-87BE-67443E8EF086}">
      <p15:sldGuideLst xmlns:p15="http://schemas.microsoft.com/office/powerpoint/2012/main">
        <p15:guide id="2" pos="742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3">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69" y="3676570"/>
            <a:ext cx="6336703"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6336704"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633670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542846520"/>
      </p:ext>
    </p:extLst>
  </p:cSld>
  <p:clrMapOvr>
    <a:masterClrMapping/>
  </p:clrMapOvr>
  <p:hf sldNum="0"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6">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285134"/>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489244478"/>
      </p:ext>
    </p:extLst>
  </p:cSld>
  <p:clrMapOvr>
    <a:masterClrMapping/>
  </p:clrMapOvr>
  <p:hf sldNum="0"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6a">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285134"/>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grpSp>
        <p:nvGrpSpPr>
          <p:cNvPr id="2" name="Group 2">
            <a:extLst>
              <a:ext uri="{FF2B5EF4-FFF2-40B4-BE49-F238E27FC236}">
                <a16:creationId xmlns:a16="http://schemas.microsoft.com/office/drawing/2014/main" id="{28077F6A-5588-29E0-312C-D1B791C90640}"/>
              </a:ext>
            </a:extLst>
          </p:cNvPr>
          <p:cNvGrpSpPr>
            <a:grpSpLocks noChangeAspect="1"/>
          </p:cNvGrpSpPr>
          <p:nvPr/>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992C4824-37D6-415A-E6EC-6E62CD172F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A20C33BE-AD5D-4D60-D7A2-A931FD4F868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B4C80064-8B28-D1EF-FC09-F0AFF387759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B9F29B0E-E913-EB3D-4F7C-383B5615790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E0CDEF2F-7154-A5C2-D640-669D5BB07DF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90557013"/>
      </p:ext>
    </p:extLst>
  </p:cSld>
  <p:clrMapOvr>
    <a:masterClrMapping/>
  </p:clrMapOvr>
  <p:hf sldNum="0"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6b">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537237"/>
            <a:ext cx="4597606" cy="2243691"/>
          </a:xfrm>
        </p:spPr>
        <p:txBody>
          <a:bodyPr wrap="square" lIns="0" tIns="0" rIns="0" bIns="0" anchor="t" anchorCtr="0">
            <a:sp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grpSp>
        <p:nvGrpSpPr>
          <p:cNvPr id="2" name="Group 2">
            <a:extLst>
              <a:ext uri="{FF2B5EF4-FFF2-40B4-BE49-F238E27FC236}">
                <a16:creationId xmlns:a16="http://schemas.microsoft.com/office/drawing/2014/main" id="{4DB64C0B-D342-EDD4-D426-B9A5B83A4685}"/>
              </a:ext>
            </a:extLst>
          </p:cNvPr>
          <p:cNvGrpSpPr>
            <a:grpSpLocks noChangeAspect="1"/>
          </p:cNvGrpSpPr>
          <p:nvPr/>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70BA0B6B-013E-ED21-5C0C-A7573716118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A8C76A2C-1551-D00B-5D24-ECE94A0DB1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F5EB07D2-E52D-E392-D3C8-37455096D77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04CC7865-5F12-6284-B1F5-C81724EA104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F2F7B79C-F81D-D4E8-CCCC-1A80B79E58F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072017802"/>
      </p:ext>
    </p:extLst>
  </p:cSld>
  <p:clrMapOvr>
    <a:masterClrMapping/>
  </p:clrMapOvr>
  <p:hf sldNum="0" hdr="0" ft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6c">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grpSp>
        <p:nvGrpSpPr>
          <p:cNvPr id="8" name="Group 2">
            <a:extLst>
              <a:ext uri="{FF2B5EF4-FFF2-40B4-BE49-F238E27FC236}">
                <a16:creationId xmlns:a16="http://schemas.microsoft.com/office/drawing/2014/main" id="{C6036FEE-55DE-70FD-8023-666A176E56D8}"/>
              </a:ext>
            </a:extLst>
          </p:cNvPr>
          <p:cNvGrpSpPr>
            <a:grpSpLocks noChangeAspect="1"/>
          </p:cNvGrpSpPr>
          <p:nvPr/>
        </p:nvGrpSpPr>
        <p:grpSpPr>
          <a:xfrm>
            <a:off x="1343473" y="6021288"/>
            <a:ext cx="1872000" cy="420870"/>
            <a:chOff x="5094083" y="5360390"/>
            <a:chExt cx="3039349" cy="683316"/>
          </a:xfrm>
        </p:grpSpPr>
        <p:sp>
          <p:nvSpPr>
            <p:cNvPr id="9" name="Freeform: Shape 4">
              <a:extLst>
                <a:ext uri="{FF2B5EF4-FFF2-40B4-BE49-F238E27FC236}">
                  <a16:creationId xmlns:a16="http://schemas.microsoft.com/office/drawing/2014/main" id="{B1ED800D-0360-E693-191D-220DFE10BEC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0" name="Freeform: Shape 5">
              <a:extLst>
                <a:ext uri="{FF2B5EF4-FFF2-40B4-BE49-F238E27FC236}">
                  <a16:creationId xmlns:a16="http://schemas.microsoft.com/office/drawing/2014/main" id="{95F4CCB2-170A-19BE-C942-B19098270C4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1" name="Freeform: Shape 6">
              <a:extLst>
                <a:ext uri="{FF2B5EF4-FFF2-40B4-BE49-F238E27FC236}">
                  <a16:creationId xmlns:a16="http://schemas.microsoft.com/office/drawing/2014/main" id="{890A43B6-BBB1-B11D-0EB6-447FE3C6F0F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2" name="Freeform: Shape 7">
              <a:extLst>
                <a:ext uri="{FF2B5EF4-FFF2-40B4-BE49-F238E27FC236}">
                  <a16:creationId xmlns:a16="http://schemas.microsoft.com/office/drawing/2014/main" id="{B0A92FC2-E6FE-6A55-A3D8-D99E8E6201E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8">
              <a:extLst>
                <a:ext uri="{FF2B5EF4-FFF2-40B4-BE49-F238E27FC236}">
                  <a16:creationId xmlns:a16="http://schemas.microsoft.com/office/drawing/2014/main" id="{1C3193CB-D868-D37B-4D53-F1726DCD2D0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773494295"/>
      </p:ext>
    </p:extLst>
  </p:cSld>
  <p:clrMapOvr>
    <a:masterClrMapping/>
  </p:clrMapOvr>
  <p:hf sldNum="0"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Full Picture White Spade">
    <p:bg>
      <p:bgRef idx="1001">
        <a:schemeClr val="bg2"/>
      </p:bgRef>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515EF69-611F-4B2F-BC64-DD310E600154}"/>
              </a:ext>
            </a:extLst>
          </p:cNvPr>
          <p:cNvSpPr>
            <a:spLocks noGrp="1"/>
          </p:cNvSpPr>
          <p:nvPr>
            <p:ph type="pic" sz="quarter" idx="10" hasCustomPrompt="1"/>
          </p:nvPr>
        </p:nvSpPr>
        <p:spPr>
          <a:xfrm>
            <a:off x="0" y="0"/>
            <a:ext cx="12192000" cy="6858000"/>
          </a:xfrm>
          <a:custGeom>
            <a:avLst/>
            <a:gdLst>
              <a:gd name="connsiteX0" fmla="*/ 11911680 w 12192000"/>
              <a:gd name="connsiteY0" fmla="*/ 373627 h 6858000"/>
              <a:gd name="connsiteX1" fmla="*/ 11857975 w 12192000"/>
              <a:gd name="connsiteY1" fmla="*/ 408564 h 6858000"/>
              <a:gd name="connsiteX2" fmla="*/ 11820236 w 12192000"/>
              <a:gd name="connsiteY2" fmla="*/ 476983 h 6858000"/>
              <a:gd name="connsiteX3" fmla="*/ 11778143 w 12192000"/>
              <a:gd name="connsiteY3" fmla="*/ 538124 h 6858000"/>
              <a:gd name="connsiteX4" fmla="*/ 11708472 w 12192000"/>
              <a:gd name="connsiteY4" fmla="*/ 581796 h 6858000"/>
              <a:gd name="connsiteX5" fmla="*/ 11753468 w 12192000"/>
              <a:gd name="connsiteY5" fmla="*/ 593441 h 6858000"/>
              <a:gd name="connsiteX6" fmla="*/ 11802818 w 12192000"/>
              <a:gd name="connsiteY6" fmla="*/ 589074 h 6858000"/>
              <a:gd name="connsiteX7" fmla="*/ 11887005 w 12192000"/>
              <a:gd name="connsiteY7" fmla="*/ 552681 h 6858000"/>
              <a:gd name="connsiteX8" fmla="*/ 11823139 w 12192000"/>
              <a:gd name="connsiteY8" fmla="*/ 494452 h 6858000"/>
              <a:gd name="connsiteX9" fmla="*/ 11911680 w 12192000"/>
              <a:gd name="connsiteY9" fmla="*/ 522111 h 6858000"/>
              <a:gd name="connsiteX10" fmla="*/ 11974094 w 12192000"/>
              <a:gd name="connsiteY10" fmla="*/ 460970 h 6858000"/>
              <a:gd name="connsiteX11" fmla="*/ 11972642 w 12192000"/>
              <a:gd name="connsiteY11" fmla="*/ 404197 h 6858000"/>
              <a:gd name="connsiteX12" fmla="*/ 11911680 w 12192000"/>
              <a:gd name="connsiteY12" fmla="*/ 373627 h 6858000"/>
              <a:gd name="connsiteX13" fmla="*/ 11785438 w 12192000"/>
              <a:gd name="connsiteY13" fmla="*/ 207688 h 6858000"/>
              <a:gd name="connsiteX14" fmla="*/ 11562864 w 12192000"/>
              <a:gd name="connsiteY14" fmla="*/ 439169 h 6858000"/>
              <a:gd name="connsiteX15" fmla="*/ 11639965 w 12192000"/>
              <a:gd name="connsiteY15" fmla="*/ 551270 h 6858000"/>
              <a:gd name="connsiteX16" fmla="*/ 11725794 w 12192000"/>
              <a:gd name="connsiteY16" fmla="*/ 546903 h 6858000"/>
              <a:gd name="connsiteX17" fmla="*/ 11786893 w 12192000"/>
              <a:gd name="connsiteY17" fmla="*/ 490124 h 6858000"/>
              <a:gd name="connsiteX18" fmla="*/ 11833444 w 12192000"/>
              <a:gd name="connsiteY18" fmla="*/ 412964 h 6858000"/>
              <a:gd name="connsiteX19" fmla="*/ 11895998 w 12192000"/>
              <a:gd name="connsiteY19" fmla="*/ 360553 h 6858000"/>
              <a:gd name="connsiteX20" fmla="*/ 11971644 w 12192000"/>
              <a:gd name="connsiteY20" fmla="*/ 379479 h 6858000"/>
              <a:gd name="connsiteX21" fmla="*/ 11907636 w 12192000"/>
              <a:gd name="connsiteY21" fmla="*/ 281937 h 6858000"/>
              <a:gd name="connsiteX22" fmla="*/ 11795621 w 12192000"/>
              <a:gd name="connsiteY22" fmla="*/ 212056 h 6858000"/>
              <a:gd name="connsiteX23" fmla="*/ 11785438 w 12192000"/>
              <a:gd name="connsiteY23" fmla="*/ 20768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11680" y="373627"/>
                </a:moveTo>
                <a:cubicBezTo>
                  <a:pt x="11888456" y="375083"/>
                  <a:pt x="11871038" y="389640"/>
                  <a:pt x="11857975" y="408564"/>
                </a:cubicBezTo>
                <a:cubicBezTo>
                  <a:pt x="11842009" y="428944"/>
                  <a:pt x="11831848" y="453692"/>
                  <a:pt x="11820236" y="476983"/>
                </a:cubicBezTo>
                <a:cubicBezTo>
                  <a:pt x="11808624" y="498819"/>
                  <a:pt x="11795561" y="519199"/>
                  <a:pt x="11778143" y="538124"/>
                </a:cubicBezTo>
                <a:cubicBezTo>
                  <a:pt x="11759274" y="558504"/>
                  <a:pt x="11736050" y="574517"/>
                  <a:pt x="11708472" y="581796"/>
                </a:cubicBezTo>
                <a:cubicBezTo>
                  <a:pt x="11721535" y="590530"/>
                  <a:pt x="11738953" y="593441"/>
                  <a:pt x="11753468" y="593441"/>
                </a:cubicBezTo>
                <a:cubicBezTo>
                  <a:pt x="11769434" y="594897"/>
                  <a:pt x="11786852" y="591986"/>
                  <a:pt x="11802818" y="589074"/>
                </a:cubicBezTo>
                <a:cubicBezTo>
                  <a:pt x="11833300" y="584707"/>
                  <a:pt x="11865232" y="574517"/>
                  <a:pt x="11887005" y="552681"/>
                </a:cubicBezTo>
                <a:cubicBezTo>
                  <a:pt x="11852169" y="552681"/>
                  <a:pt x="11824591" y="529389"/>
                  <a:pt x="11823139" y="494452"/>
                </a:cubicBezTo>
                <a:cubicBezTo>
                  <a:pt x="11844912" y="520655"/>
                  <a:pt x="11878296" y="530845"/>
                  <a:pt x="11911680" y="522111"/>
                </a:cubicBezTo>
                <a:cubicBezTo>
                  <a:pt x="11940709" y="513376"/>
                  <a:pt x="11965385" y="490085"/>
                  <a:pt x="11974094" y="460970"/>
                </a:cubicBezTo>
                <a:cubicBezTo>
                  <a:pt x="11979900" y="442046"/>
                  <a:pt x="11981351" y="423121"/>
                  <a:pt x="11972642" y="404197"/>
                </a:cubicBezTo>
                <a:cubicBezTo>
                  <a:pt x="11961030" y="382361"/>
                  <a:pt x="11936355" y="372171"/>
                  <a:pt x="11911680" y="373627"/>
                </a:cubicBezTo>
                <a:close/>
                <a:moveTo>
                  <a:pt x="11785438" y="207688"/>
                </a:moveTo>
                <a:cubicBezTo>
                  <a:pt x="11735977" y="268834"/>
                  <a:pt x="11562864" y="312510"/>
                  <a:pt x="11562864" y="439169"/>
                </a:cubicBezTo>
                <a:cubicBezTo>
                  <a:pt x="11562864" y="487212"/>
                  <a:pt x="11593413" y="533800"/>
                  <a:pt x="11639965" y="551270"/>
                </a:cubicBezTo>
                <a:cubicBezTo>
                  <a:pt x="11667605" y="561461"/>
                  <a:pt x="11698154" y="560005"/>
                  <a:pt x="11725794" y="546903"/>
                </a:cubicBezTo>
                <a:cubicBezTo>
                  <a:pt x="11751979" y="535256"/>
                  <a:pt x="11770891" y="514874"/>
                  <a:pt x="11786893" y="490124"/>
                </a:cubicBezTo>
                <a:cubicBezTo>
                  <a:pt x="11804350" y="465375"/>
                  <a:pt x="11817442" y="439169"/>
                  <a:pt x="11833444" y="412964"/>
                </a:cubicBezTo>
                <a:cubicBezTo>
                  <a:pt x="11847992" y="389670"/>
                  <a:pt x="11868358" y="366376"/>
                  <a:pt x="11895998" y="360553"/>
                </a:cubicBezTo>
                <a:cubicBezTo>
                  <a:pt x="11922183" y="353274"/>
                  <a:pt x="11952732" y="360553"/>
                  <a:pt x="11971644" y="379479"/>
                </a:cubicBezTo>
                <a:cubicBezTo>
                  <a:pt x="11960006" y="341627"/>
                  <a:pt x="11938185" y="309598"/>
                  <a:pt x="11907636" y="281937"/>
                </a:cubicBezTo>
                <a:cubicBezTo>
                  <a:pt x="11874177" y="251364"/>
                  <a:pt x="11836354" y="229526"/>
                  <a:pt x="11795621" y="212056"/>
                </a:cubicBezTo>
                <a:cubicBezTo>
                  <a:pt x="11792712" y="210600"/>
                  <a:pt x="11788348" y="209144"/>
                  <a:pt x="11785438" y="207688"/>
                </a:cubicBezTo>
                <a:close/>
                <a:moveTo>
                  <a:pt x="0" y="0"/>
                </a:moveTo>
                <a:lnTo>
                  <a:pt x="12192000" y="0"/>
                </a:lnTo>
                <a:lnTo>
                  <a:pt x="12192000" y="6858000"/>
                </a:lnTo>
                <a:lnTo>
                  <a:pt x="0" y="6858000"/>
                </a:lnTo>
                <a:close/>
              </a:path>
            </a:pathLst>
          </a:custGeom>
          <a:noFill/>
        </p:spPr>
        <p:txBody>
          <a:bodyPr wrap="square">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50000"/>
                  </a:schemeClr>
                </a:solidFill>
              </a:defRPr>
            </a:lvl1pPr>
          </a:lstStyle>
          <a:p>
            <a:r>
              <a:rPr lang="en-US" dirty="0"/>
              <a:t>Click icon to add picture and send picture to back</a:t>
            </a:r>
          </a:p>
        </p:txBody>
      </p:sp>
      <p:grpSp>
        <p:nvGrpSpPr>
          <p:cNvPr id="12" name="Group 37">
            <a:extLst>
              <a:ext uri="{FF2B5EF4-FFF2-40B4-BE49-F238E27FC236}">
                <a16:creationId xmlns:a16="http://schemas.microsoft.com/office/drawing/2014/main" id="{410EED03-E568-4797-9F93-83A0DEAA8E73}"/>
              </a:ext>
            </a:extLst>
          </p:cNvPr>
          <p:cNvGrpSpPr/>
          <p:nvPr/>
        </p:nvGrpSpPr>
        <p:grpSpPr>
          <a:xfrm>
            <a:off x="11562864" y="207688"/>
            <a:ext cx="418487" cy="387209"/>
            <a:chOff x="5481638" y="2859088"/>
            <a:chExt cx="1231900" cy="1139825"/>
          </a:xfrm>
          <a:solidFill>
            <a:schemeClr val="bg1"/>
          </a:solidFill>
        </p:grpSpPr>
        <p:sp>
          <p:nvSpPr>
            <p:cNvPr id="13" name="Freeform 320">
              <a:extLst>
                <a:ext uri="{FF2B5EF4-FFF2-40B4-BE49-F238E27FC236}">
                  <a16:creationId xmlns:a16="http://schemas.microsoft.com/office/drawing/2014/main" id="{B7BDD3A5-74DC-407F-917E-4CAA2D7F6478}"/>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321">
              <a:extLst>
                <a:ext uri="{FF2B5EF4-FFF2-40B4-BE49-F238E27FC236}">
                  <a16:creationId xmlns:a16="http://schemas.microsoft.com/office/drawing/2014/main" id="{AFD49D75-8E14-497D-BFBC-1AB7413E4B5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a:extLst>
              <a:ext uri="{FF2B5EF4-FFF2-40B4-BE49-F238E27FC236}">
                <a16:creationId xmlns:a16="http://schemas.microsoft.com/office/drawing/2014/main" id="{F7412FBE-22A2-10A4-80F8-94BD980CE061}"/>
              </a:ext>
            </a:extLst>
          </p:cNvPr>
          <p:cNvSpPr>
            <a:spLocks noGrp="1"/>
          </p:cNvSpPr>
          <p:nvPr>
            <p:ph type="ctrTitle"/>
          </p:nvPr>
        </p:nvSpPr>
        <p:spPr>
          <a:xfrm>
            <a:off x="1" y="2708920"/>
            <a:ext cx="7968207" cy="2949857"/>
          </a:xfrm>
          <a:gradFill>
            <a:gsLst>
              <a:gs pos="100000">
                <a:schemeClr val="accent1"/>
              </a:gs>
              <a:gs pos="0">
                <a:schemeClr val="accent4"/>
              </a:gs>
            </a:gsLst>
            <a:lin ang="18900000" scaled="1"/>
          </a:gradFill>
        </p:spPr>
        <p:txBody>
          <a:bodyPr wrap="square" lIns="396000" tIns="360000" rIns="504000" bIns="1080000" anchor="ctr"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4725144"/>
            <a:ext cx="7273330" cy="276999"/>
          </a:xfrm>
          <a:prstGeom prst="rect">
            <a:avLst/>
          </a:prstGeom>
        </p:spPr>
        <p:txBody>
          <a:bodyPr wrap="square" lIns="18000" tIns="0" rIns="0" anchor="t" anchorCtr="0">
            <a:spAutoFit/>
          </a:bodyPr>
          <a:lstStyle>
            <a:lvl1pPr marL="0" indent="0" algn="l">
              <a:buNone/>
              <a:defRPr sz="18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 style</a:t>
            </a:r>
            <a:endParaRPr lang="en-GB" dirty="0"/>
          </a:p>
        </p:txBody>
      </p:sp>
    </p:spTree>
    <p:extLst>
      <p:ext uri="{BB962C8B-B14F-4D97-AF65-F5344CB8AC3E}">
        <p14:creationId xmlns:p14="http://schemas.microsoft.com/office/powerpoint/2010/main" val="2427912700"/>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clusion">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1309577796"/>
      </p:ext>
    </p:extLst>
  </p:cSld>
  <p:clrMapOvr>
    <a:masterClrMapping/>
  </p:clrMapOvr>
  <p:hf sldNum="0" hdr="0" ft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2" name="Image 1">
            <a:extLst>
              <a:ext uri="{FF2B5EF4-FFF2-40B4-BE49-F238E27FC236}">
                <a16:creationId xmlns:a16="http://schemas.microsoft.com/office/drawing/2014/main" id="{8B5D9CCD-97AB-0A8C-8F1D-AB5C4C775A4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367808" y="-1636495"/>
            <a:ext cx="8715336" cy="7220395"/>
          </a:xfrm>
          <a:prstGeom prst="rect">
            <a:avLst/>
          </a:prstGeom>
        </p:spPr>
      </p:pic>
    </p:spTree>
    <p:extLst>
      <p:ext uri="{BB962C8B-B14F-4D97-AF65-F5344CB8AC3E}">
        <p14:creationId xmlns:p14="http://schemas.microsoft.com/office/powerpoint/2010/main" val="3005035881"/>
      </p:ext>
    </p:extLst>
  </p:cSld>
  <p:clrMapOvr>
    <a:masterClrMapping/>
  </p:clrMapOvr>
  <p:hf sldNum="0" hdr="0" ft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Slide 4">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290852979"/>
      </p:ext>
    </p:extLst>
  </p:cSld>
  <p:clrMapOvr>
    <a:masterClrMapping/>
  </p:clrMapOvr>
  <p:hf sldNum="0" hdr="0" ft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Full Picture White Spade">
    <p:bg>
      <p:bgRef idx="1001">
        <a:schemeClr val="bg2"/>
      </p:bgRef>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515EF69-611F-4B2F-BC64-DD310E600154}"/>
              </a:ext>
            </a:extLst>
          </p:cNvPr>
          <p:cNvSpPr>
            <a:spLocks noGrp="1"/>
          </p:cNvSpPr>
          <p:nvPr>
            <p:ph type="pic" sz="quarter" idx="10" hasCustomPrompt="1"/>
          </p:nvPr>
        </p:nvSpPr>
        <p:spPr>
          <a:xfrm>
            <a:off x="0" y="0"/>
            <a:ext cx="12192000" cy="6858000"/>
          </a:xfrm>
          <a:custGeom>
            <a:avLst/>
            <a:gdLst>
              <a:gd name="connsiteX0" fmla="*/ 11911680 w 12192000"/>
              <a:gd name="connsiteY0" fmla="*/ 373627 h 6858000"/>
              <a:gd name="connsiteX1" fmla="*/ 11857975 w 12192000"/>
              <a:gd name="connsiteY1" fmla="*/ 408564 h 6858000"/>
              <a:gd name="connsiteX2" fmla="*/ 11820236 w 12192000"/>
              <a:gd name="connsiteY2" fmla="*/ 476983 h 6858000"/>
              <a:gd name="connsiteX3" fmla="*/ 11778143 w 12192000"/>
              <a:gd name="connsiteY3" fmla="*/ 538124 h 6858000"/>
              <a:gd name="connsiteX4" fmla="*/ 11708472 w 12192000"/>
              <a:gd name="connsiteY4" fmla="*/ 581796 h 6858000"/>
              <a:gd name="connsiteX5" fmla="*/ 11753468 w 12192000"/>
              <a:gd name="connsiteY5" fmla="*/ 593441 h 6858000"/>
              <a:gd name="connsiteX6" fmla="*/ 11802818 w 12192000"/>
              <a:gd name="connsiteY6" fmla="*/ 589074 h 6858000"/>
              <a:gd name="connsiteX7" fmla="*/ 11887005 w 12192000"/>
              <a:gd name="connsiteY7" fmla="*/ 552681 h 6858000"/>
              <a:gd name="connsiteX8" fmla="*/ 11823139 w 12192000"/>
              <a:gd name="connsiteY8" fmla="*/ 494452 h 6858000"/>
              <a:gd name="connsiteX9" fmla="*/ 11911680 w 12192000"/>
              <a:gd name="connsiteY9" fmla="*/ 522111 h 6858000"/>
              <a:gd name="connsiteX10" fmla="*/ 11974094 w 12192000"/>
              <a:gd name="connsiteY10" fmla="*/ 460970 h 6858000"/>
              <a:gd name="connsiteX11" fmla="*/ 11972642 w 12192000"/>
              <a:gd name="connsiteY11" fmla="*/ 404197 h 6858000"/>
              <a:gd name="connsiteX12" fmla="*/ 11911680 w 12192000"/>
              <a:gd name="connsiteY12" fmla="*/ 373627 h 6858000"/>
              <a:gd name="connsiteX13" fmla="*/ 11785438 w 12192000"/>
              <a:gd name="connsiteY13" fmla="*/ 207688 h 6858000"/>
              <a:gd name="connsiteX14" fmla="*/ 11562864 w 12192000"/>
              <a:gd name="connsiteY14" fmla="*/ 439169 h 6858000"/>
              <a:gd name="connsiteX15" fmla="*/ 11639965 w 12192000"/>
              <a:gd name="connsiteY15" fmla="*/ 551270 h 6858000"/>
              <a:gd name="connsiteX16" fmla="*/ 11725794 w 12192000"/>
              <a:gd name="connsiteY16" fmla="*/ 546903 h 6858000"/>
              <a:gd name="connsiteX17" fmla="*/ 11786893 w 12192000"/>
              <a:gd name="connsiteY17" fmla="*/ 490124 h 6858000"/>
              <a:gd name="connsiteX18" fmla="*/ 11833444 w 12192000"/>
              <a:gd name="connsiteY18" fmla="*/ 412964 h 6858000"/>
              <a:gd name="connsiteX19" fmla="*/ 11895998 w 12192000"/>
              <a:gd name="connsiteY19" fmla="*/ 360553 h 6858000"/>
              <a:gd name="connsiteX20" fmla="*/ 11971644 w 12192000"/>
              <a:gd name="connsiteY20" fmla="*/ 379479 h 6858000"/>
              <a:gd name="connsiteX21" fmla="*/ 11907636 w 12192000"/>
              <a:gd name="connsiteY21" fmla="*/ 281937 h 6858000"/>
              <a:gd name="connsiteX22" fmla="*/ 11795621 w 12192000"/>
              <a:gd name="connsiteY22" fmla="*/ 212056 h 6858000"/>
              <a:gd name="connsiteX23" fmla="*/ 11785438 w 12192000"/>
              <a:gd name="connsiteY23" fmla="*/ 20768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11680" y="373627"/>
                </a:moveTo>
                <a:cubicBezTo>
                  <a:pt x="11888456" y="375083"/>
                  <a:pt x="11871038" y="389640"/>
                  <a:pt x="11857975" y="408564"/>
                </a:cubicBezTo>
                <a:cubicBezTo>
                  <a:pt x="11842009" y="428944"/>
                  <a:pt x="11831848" y="453692"/>
                  <a:pt x="11820236" y="476983"/>
                </a:cubicBezTo>
                <a:cubicBezTo>
                  <a:pt x="11808624" y="498819"/>
                  <a:pt x="11795561" y="519199"/>
                  <a:pt x="11778143" y="538124"/>
                </a:cubicBezTo>
                <a:cubicBezTo>
                  <a:pt x="11759274" y="558504"/>
                  <a:pt x="11736050" y="574517"/>
                  <a:pt x="11708472" y="581796"/>
                </a:cubicBezTo>
                <a:cubicBezTo>
                  <a:pt x="11721535" y="590530"/>
                  <a:pt x="11738953" y="593441"/>
                  <a:pt x="11753468" y="593441"/>
                </a:cubicBezTo>
                <a:cubicBezTo>
                  <a:pt x="11769434" y="594897"/>
                  <a:pt x="11786852" y="591986"/>
                  <a:pt x="11802818" y="589074"/>
                </a:cubicBezTo>
                <a:cubicBezTo>
                  <a:pt x="11833300" y="584707"/>
                  <a:pt x="11865232" y="574517"/>
                  <a:pt x="11887005" y="552681"/>
                </a:cubicBezTo>
                <a:cubicBezTo>
                  <a:pt x="11852169" y="552681"/>
                  <a:pt x="11824591" y="529389"/>
                  <a:pt x="11823139" y="494452"/>
                </a:cubicBezTo>
                <a:cubicBezTo>
                  <a:pt x="11844912" y="520655"/>
                  <a:pt x="11878296" y="530845"/>
                  <a:pt x="11911680" y="522111"/>
                </a:cubicBezTo>
                <a:cubicBezTo>
                  <a:pt x="11940709" y="513376"/>
                  <a:pt x="11965385" y="490085"/>
                  <a:pt x="11974094" y="460970"/>
                </a:cubicBezTo>
                <a:cubicBezTo>
                  <a:pt x="11979900" y="442046"/>
                  <a:pt x="11981351" y="423121"/>
                  <a:pt x="11972642" y="404197"/>
                </a:cubicBezTo>
                <a:cubicBezTo>
                  <a:pt x="11961030" y="382361"/>
                  <a:pt x="11936355" y="372171"/>
                  <a:pt x="11911680" y="373627"/>
                </a:cubicBezTo>
                <a:close/>
                <a:moveTo>
                  <a:pt x="11785438" y="207688"/>
                </a:moveTo>
                <a:cubicBezTo>
                  <a:pt x="11735977" y="268834"/>
                  <a:pt x="11562864" y="312510"/>
                  <a:pt x="11562864" y="439169"/>
                </a:cubicBezTo>
                <a:cubicBezTo>
                  <a:pt x="11562864" y="487212"/>
                  <a:pt x="11593413" y="533800"/>
                  <a:pt x="11639965" y="551270"/>
                </a:cubicBezTo>
                <a:cubicBezTo>
                  <a:pt x="11667605" y="561461"/>
                  <a:pt x="11698154" y="560005"/>
                  <a:pt x="11725794" y="546903"/>
                </a:cubicBezTo>
                <a:cubicBezTo>
                  <a:pt x="11751979" y="535256"/>
                  <a:pt x="11770891" y="514874"/>
                  <a:pt x="11786893" y="490124"/>
                </a:cubicBezTo>
                <a:cubicBezTo>
                  <a:pt x="11804350" y="465375"/>
                  <a:pt x="11817442" y="439169"/>
                  <a:pt x="11833444" y="412964"/>
                </a:cubicBezTo>
                <a:cubicBezTo>
                  <a:pt x="11847992" y="389670"/>
                  <a:pt x="11868358" y="366376"/>
                  <a:pt x="11895998" y="360553"/>
                </a:cubicBezTo>
                <a:cubicBezTo>
                  <a:pt x="11922183" y="353274"/>
                  <a:pt x="11952732" y="360553"/>
                  <a:pt x="11971644" y="379479"/>
                </a:cubicBezTo>
                <a:cubicBezTo>
                  <a:pt x="11960006" y="341627"/>
                  <a:pt x="11938185" y="309598"/>
                  <a:pt x="11907636" y="281937"/>
                </a:cubicBezTo>
                <a:cubicBezTo>
                  <a:pt x="11874177" y="251364"/>
                  <a:pt x="11836354" y="229526"/>
                  <a:pt x="11795621" y="212056"/>
                </a:cubicBezTo>
                <a:cubicBezTo>
                  <a:pt x="11792712" y="210600"/>
                  <a:pt x="11788348" y="209144"/>
                  <a:pt x="11785438" y="207688"/>
                </a:cubicBezTo>
                <a:close/>
                <a:moveTo>
                  <a:pt x="0" y="0"/>
                </a:moveTo>
                <a:lnTo>
                  <a:pt x="12192000" y="0"/>
                </a:lnTo>
                <a:lnTo>
                  <a:pt x="12192000" y="6858000"/>
                </a:lnTo>
                <a:lnTo>
                  <a:pt x="0" y="6858000"/>
                </a:lnTo>
                <a:close/>
              </a:path>
            </a:pathLst>
          </a:custGeom>
          <a:noFill/>
        </p:spPr>
        <p:txBody>
          <a:bodyPr wrap="square">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50000"/>
                  </a:schemeClr>
                </a:solidFill>
              </a:defRPr>
            </a:lvl1pPr>
          </a:lstStyle>
          <a:p>
            <a:r>
              <a:rPr lang="en-US" dirty="0"/>
              <a:t>Click icon to add picture and send picture to back</a:t>
            </a:r>
          </a:p>
        </p:txBody>
      </p:sp>
      <p:grpSp>
        <p:nvGrpSpPr>
          <p:cNvPr id="12" name="Group 37">
            <a:extLst>
              <a:ext uri="{FF2B5EF4-FFF2-40B4-BE49-F238E27FC236}">
                <a16:creationId xmlns:a16="http://schemas.microsoft.com/office/drawing/2014/main" id="{410EED03-E568-4797-9F93-83A0DEAA8E73}"/>
              </a:ext>
            </a:extLst>
          </p:cNvPr>
          <p:cNvGrpSpPr/>
          <p:nvPr/>
        </p:nvGrpSpPr>
        <p:grpSpPr>
          <a:xfrm>
            <a:off x="11562864" y="207688"/>
            <a:ext cx="418487" cy="387209"/>
            <a:chOff x="5481638" y="2859088"/>
            <a:chExt cx="1231900" cy="1139825"/>
          </a:xfrm>
          <a:solidFill>
            <a:schemeClr val="bg1"/>
          </a:solidFill>
        </p:grpSpPr>
        <p:sp>
          <p:nvSpPr>
            <p:cNvPr id="13" name="Freeform 320">
              <a:extLst>
                <a:ext uri="{FF2B5EF4-FFF2-40B4-BE49-F238E27FC236}">
                  <a16:creationId xmlns:a16="http://schemas.microsoft.com/office/drawing/2014/main" id="{B7BDD3A5-74DC-407F-917E-4CAA2D7F6478}"/>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321">
              <a:extLst>
                <a:ext uri="{FF2B5EF4-FFF2-40B4-BE49-F238E27FC236}">
                  <a16:creationId xmlns:a16="http://schemas.microsoft.com/office/drawing/2014/main" id="{AFD49D75-8E14-497D-BFBC-1AB7413E4B5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a:extLst>
              <a:ext uri="{FF2B5EF4-FFF2-40B4-BE49-F238E27FC236}">
                <a16:creationId xmlns:a16="http://schemas.microsoft.com/office/drawing/2014/main" id="{F7412FBE-22A2-10A4-80F8-94BD980CE061}"/>
              </a:ext>
            </a:extLst>
          </p:cNvPr>
          <p:cNvSpPr>
            <a:spLocks noGrp="1"/>
          </p:cNvSpPr>
          <p:nvPr>
            <p:ph type="ctrTitle"/>
          </p:nvPr>
        </p:nvSpPr>
        <p:spPr>
          <a:xfrm>
            <a:off x="1" y="2708920"/>
            <a:ext cx="7968207" cy="2949857"/>
          </a:xfrm>
          <a:solidFill>
            <a:schemeClr val="bg2"/>
          </a:solidFill>
        </p:spPr>
        <p:txBody>
          <a:bodyPr wrap="square" lIns="396000" tIns="360000" rIns="504000" bIns="1080000" anchor="ctr" anchorCtr="0">
            <a:no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dirty="0"/>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4725144"/>
            <a:ext cx="7273330" cy="276999"/>
          </a:xfrm>
          <a:prstGeom prst="rect">
            <a:avLst/>
          </a:prstGeom>
        </p:spPr>
        <p:txBody>
          <a:bodyPr wrap="square" lIns="18000" tIns="0" rIns="0" anchor="t" anchorCtr="0">
            <a:spAutoFit/>
          </a:bodyPr>
          <a:lstStyle>
            <a:lvl1pPr marL="0" indent="0" algn="l">
              <a:buNone/>
              <a:defRPr sz="18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 style</a:t>
            </a:r>
            <a:endParaRPr lang="en-GB" dirty="0"/>
          </a:p>
        </p:txBody>
      </p:sp>
      <p:grpSp>
        <p:nvGrpSpPr>
          <p:cNvPr id="4" name="Group 1">
            <a:extLst>
              <a:ext uri="{FF2B5EF4-FFF2-40B4-BE49-F238E27FC236}">
                <a16:creationId xmlns:a16="http://schemas.microsoft.com/office/drawing/2014/main" id="{AF040B7C-BA99-80E4-ADEC-EF1A9B8AD534}"/>
              </a:ext>
            </a:extLst>
          </p:cNvPr>
          <p:cNvGrpSpPr>
            <a:grpSpLocks noChangeAspect="1"/>
          </p:cNvGrpSpPr>
          <p:nvPr/>
        </p:nvGrpSpPr>
        <p:grpSpPr>
          <a:xfrm>
            <a:off x="443236" y="6021288"/>
            <a:ext cx="1872000" cy="420870"/>
            <a:chOff x="5095385" y="4090756"/>
            <a:chExt cx="3033729" cy="682053"/>
          </a:xfrm>
        </p:grpSpPr>
        <p:sp>
          <p:nvSpPr>
            <p:cNvPr id="5" name="Freeform: Shape 2">
              <a:extLst>
                <a:ext uri="{FF2B5EF4-FFF2-40B4-BE49-F238E27FC236}">
                  <a16:creationId xmlns:a16="http://schemas.microsoft.com/office/drawing/2014/main" id="{2736C127-E287-E152-B949-1A8E281FAC35}"/>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6" name="Freeform: Shape 3">
              <a:extLst>
                <a:ext uri="{FF2B5EF4-FFF2-40B4-BE49-F238E27FC236}">
                  <a16:creationId xmlns:a16="http://schemas.microsoft.com/office/drawing/2014/main" id="{5D6417A4-47EA-8498-0976-6F6D109764A2}"/>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7" name="Freeform: Shape 4">
              <a:extLst>
                <a:ext uri="{FF2B5EF4-FFF2-40B4-BE49-F238E27FC236}">
                  <a16:creationId xmlns:a16="http://schemas.microsoft.com/office/drawing/2014/main" id="{37A9BD34-5705-83C5-110E-2B90C82970C4}"/>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8" name="Freeform: Shape 14">
              <a:extLst>
                <a:ext uri="{FF2B5EF4-FFF2-40B4-BE49-F238E27FC236}">
                  <a16:creationId xmlns:a16="http://schemas.microsoft.com/office/drawing/2014/main" id="{260B643F-0DB2-200F-37FB-A4E461B941D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9" name="Freeform: Shape 20">
              <a:extLst>
                <a:ext uri="{FF2B5EF4-FFF2-40B4-BE49-F238E27FC236}">
                  <a16:creationId xmlns:a16="http://schemas.microsoft.com/office/drawing/2014/main" id="{6EDEE20B-B43D-39AA-D956-E23CEEE0D60C}"/>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537154602"/>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Slide 5">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163739"/>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dirty="0"/>
          </a:p>
        </p:txBody>
      </p:sp>
      <p:grpSp>
        <p:nvGrpSpPr>
          <p:cNvPr id="8" name="Group 1">
            <a:extLst>
              <a:ext uri="{FF2B5EF4-FFF2-40B4-BE49-F238E27FC236}">
                <a16:creationId xmlns:a16="http://schemas.microsoft.com/office/drawing/2014/main" id="{0650393B-7E46-5ECE-4310-AF8EC7255742}"/>
              </a:ext>
            </a:extLst>
          </p:cNvPr>
          <p:cNvGrpSpPr>
            <a:grpSpLocks noChangeAspect="1"/>
          </p:cNvGrpSpPr>
          <p:nvPr/>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09E51387-52A5-B06A-AEC1-9A4DA7D2DAC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1A2D993C-1439-0B90-F87F-84C15E66CF4C}"/>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9D4A7921-9C3C-6166-B6B7-CEDC5FF28E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F10A1F9A-93B6-1683-DDEE-2FA6B370E583}"/>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74BF5A15-51F5-5003-8669-EA9C008D0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2405085892"/>
      </p:ext>
    </p:extLst>
  </p:cSld>
  <p:clrMapOvr>
    <a:masterClrMapping/>
  </p:clrMapOvr>
  <p:hf sldNum="0" hdr="0" ft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Slide 5a">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grpSp>
        <p:nvGrpSpPr>
          <p:cNvPr id="8" name="Group 1">
            <a:extLst>
              <a:ext uri="{FF2B5EF4-FFF2-40B4-BE49-F238E27FC236}">
                <a16:creationId xmlns:a16="http://schemas.microsoft.com/office/drawing/2014/main" id="{AA102172-14DD-5ED5-33AF-356721242379}"/>
              </a:ext>
            </a:extLst>
          </p:cNvPr>
          <p:cNvGrpSpPr>
            <a:grpSpLocks noChangeAspect="1"/>
          </p:cNvGrpSpPr>
          <p:nvPr/>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21C01B30-4538-A317-44E5-BDF28A06DCA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A9A8C1E0-9587-0DA1-86EF-2B2312071C5E}"/>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B65EA192-75EF-F13F-0CC2-C84DE74A65A7}"/>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A48BD9AC-7231-CA62-C64B-046F4398B636}"/>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E90D6E4E-CBEC-C140-FE24-C2FD729A0A29}"/>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419679"/>
            <a:ext cx="4609034" cy="2243691"/>
          </a:xfrm>
        </p:spPr>
        <p:txBody>
          <a:bodyPr wrap="square" lIns="0" tIns="0" rIns="0" bIns="0" anchor="t"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dirty="0"/>
          </a:p>
        </p:txBody>
      </p:sp>
    </p:spTree>
    <p:extLst>
      <p:ext uri="{BB962C8B-B14F-4D97-AF65-F5344CB8AC3E}">
        <p14:creationId xmlns:p14="http://schemas.microsoft.com/office/powerpoint/2010/main" val="3478179556"/>
      </p:ext>
    </p:extLst>
  </p:cSld>
  <p:clrMapOvr>
    <a:masterClrMapping/>
  </p:clrMapOvr>
  <p:hf sldNum="0" hdr="0" ft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Slide 5b">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537237"/>
            <a:ext cx="4597606" cy="2243691"/>
          </a:xfrm>
        </p:spPr>
        <p:txBody>
          <a:bodyPr wrap="square" lIns="0" tIns="0" rIns="0" bIns="0" anchor="t"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dirty="0"/>
          </a:p>
        </p:txBody>
      </p:sp>
      <p:grpSp>
        <p:nvGrpSpPr>
          <p:cNvPr id="8" name="Group 1">
            <a:extLst>
              <a:ext uri="{FF2B5EF4-FFF2-40B4-BE49-F238E27FC236}">
                <a16:creationId xmlns:a16="http://schemas.microsoft.com/office/drawing/2014/main" id="{03C5622C-AFD4-93DA-3105-DD24A1095D2B}"/>
              </a:ext>
            </a:extLst>
          </p:cNvPr>
          <p:cNvGrpSpPr>
            <a:grpSpLocks noChangeAspect="1"/>
          </p:cNvGrpSpPr>
          <p:nvPr/>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EC1F4AF4-B2D1-B383-5414-6A7CE220351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562EA075-7E1A-57B6-FA93-F8A92DA56EC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ABED82B4-66F4-60A2-8FF7-76C7FFFB8A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C403332C-6371-29E3-2335-DFAA7BE6C2F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3D2D8432-F91A-C228-692F-66BF4106BFBA}"/>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955707617"/>
      </p:ext>
    </p:extLst>
  </p:cSld>
  <p:clrMapOvr>
    <a:masterClrMapping/>
  </p:clrMapOvr>
  <p:hf sldNum="0" hdr="0" ft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Slide 5c">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dirty="0"/>
          </a:p>
        </p:txBody>
      </p:sp>
      <p:grpSp>
        <p:nvGrpSpPr>
          <p:cNvPr id="2" name="Group 1">
            <a:extLst>
              <a:ext uri="{FF2B5EF4-FFF2-40B4-BE49-F238E27FC236}">
                <a16:creationId xmlns:a16="http://schemas.microsoft.com/office/drawing/2014/main" id="{A6A8A661-3751-29DA-1AB9-334A7C98EA59}"/>
              </a:ext>
            </a:extLst>
          </p:cNvPr>
          <p:cNvGrpSpPr>
            <a:grpSpLocks noChangeAspect="1"/>
          </p:cNvGrpSpPr>
          <p:nvPr/>
        </p:nvGrpSpPr>
        <p:grpSpPr>
          <a:xfrm>
            <a:off x="1343473" y="6021288"/>
            <a:ext cx="1872000" cy="420870"/>
            <a:chOff x="5095385" y="4090756"/>
            <a:chExt cx="3033729" cy="682053"/>
          </a:xfrm>
        </p:grpSpPr>
        <p:sp>
          <p:nvSpPr>
            <p:cNvPr id="3" name="Freeform: Shape 2">
              <a:extLst>
                <a:ext uri="{FF2B5EF4-FFF2-40B4-BE49-F238E27FC236}">
                  <a16:creationId xmlns:a16="http://schemas.microsoft.com/office/drawing/2014/main" id="{AE0FC8CB-F05E-FFD4-8D7F-1F94AC26DA2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4" name="Freeform: Shape 3">
              <a:extLst>
                <a:ext uri="{FF2B5EF4-FFF2-40B4-BE49-F238E27FC236}">
                  <a16:creationId xmlns:a16="http://schemas.microsoft.com/office/drawing/2014/main" id="{934D3664-9369-B221-FD17-0597A682848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5" name="Freeform: Shape 4">
              <a:extLst>
                <a:ext uri="{FF2B5EF4-FFF2-40B4-BE49-F238E27FC236}">
                  <a16:creationId xmlns:a16="http://schemas.microsoft.com/office/drawing/2014/main" id="{17A7E500-54F5-1815-C9B9-3954ED883928}"/>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4" name="Freeform: Shape 14">
              <a:extLst>
                <a:ext uri="{FF2B5EF4-FFF2-40B4-BE49-F238E27FC236}">
                  <a16:creationId xmlns:a16="http://schemas.microsoft.com/office/drawing/2014/main" id="{AE2D512F-FC3A-33B0-5954-0D1BFB4C1437}"/>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5" name="Freeform: Shape 20">
              <a:extLst>
                <a:ext uri="{FF2B5EF4-FFF2-40B4-BE49-F238E27FC236}">
                  <a16:creationId xmlns:a16="http://schemas.microsoft.com/office/drawing/2014/main" id="{BB0A86DD-9E86-EB4E-14DC-ECC7130D6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2864503570"/>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dirty="0"/>
              <a:t>Click to edit Agenda</a:t>
            </a:r>
            <a:endParaRPr lang="en-GB" dirty="0"/>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6765360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Agenda">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en-US"/>
              <a:t>Click to edit Master title style</a:t>
            </a:r>
            <a:endParaRPr lang="en-US" dirty="0"/>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295800" y="1700808"/>
            <a:ext cx="8281358" cy="6858000"/>
          </a:xfrm>
          <a:prstGeom prst="rect">
            <a:avLst/>
          </a:prstGeom>
        </p:spPr>
      </p:pic>
    </p:spTree>
    <p:extLst>
      <p:ext uri="{BB962C8B-B14F-4D97-AF65-F5344CB8AC3E}">
        <p14:creationId xmlns:p14="http://schemas.microsoft.com/office/powerpoint/2010/main" val="1480932587"/>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_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233384737"/>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_Agenda">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5951984" y="1628775"/>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5951984" y="2221388"/>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5951984" y="2814001"/>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5951984" y="3406614"/>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5951984" y="3999227"/>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5951984" y="4591841"/>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407565" y="260350"/>
            <a:ext cx="8640763" cy="792163"/>
          </a:xfrm>
        </p:spPr>
        <p:txBody>
          <a:bodyPr/>
          <a:lstStyle>
            <a:lvl1pPr>
              <a:defRPr>
                <a:solidFill>
                  <a:schemeClr val="tx1"/>
                </a:solidFill>
              </a:defRPr>
            </a:lvl1pPr>
          </a:lstStyle>
          <a:p>
            <a:r>
              <a:rPr lang="en-US"/>
              <a:t>Click to edit Master title style</a:t>
            </a:r>
            <a:endParaRPr lang="en-US" dirty="0"/>
          </a:p>
        </p:txBody>
      </p:sp>
      <p:sp>
        <p:nvSpPr>
          <p:cNvPr id="5" name="Espace réservé pour une image  4">
            <a:extLst>
              <a:ext uri="{FF2B5EF4-FFF2-40B4-BE49-F238E27FC236}">
                <a16:creationId xmlns:a16="http://schemas.microsoft.com/office/drawing/2014/main" id="{5449900E-987A-B10E-123E-7DC13509743D}"/>
              </a:ext>
            </a:extLst>
          </p:cNvPr>
          <p:cNvSpPr>
            <a:spLocks noGrp="1"/>
          </p:cNvSpPr>
          <p:nvPr>
            <p:ph type="pic" sz="quarter" idx="33"/>
          </p:nvPr>
        </p:nvSpPr>
        <p:spPr>
          <a:xfrm>
            <a:off x="0" y="1268413"/>
            <a:ext cx="5519738" cy="5113337"/>
          </a:xfrm>
        </p:spPr>
        <p:txBody>
          <a:bodyPr/>
          <a:lstStyle/>
          <a:p>
            <a:r>
              <a:rPr lang="en-US"/>
              <a:t>Click icon to add picture</a:t>
            </a:r>
          </a:p>
        </p:txBody>
      </p:sp>
      <p:sp>
        <p:nvSpPr>
          <p:cNvPr id="6" name="Text Placeholder 11">
            <a:extLst>
              <a:ext uri="{FF2B5EF4-FFF2-40B4-BE49-F238E27FC236}">
                <a16:creationId xmlns:a16="http://schemas.microsoft.com/office/drawing/2014/main" id="{CE129A54-4331-295F-FFF7-AADCD886AE6F}"/>
              </a:ext>
            </a:extLst>
          </p:cNvPr>
          <p:cNvSpPr>
            <a:spLocks noGrp="1"/>
          </p:cNvSpPr>
          <p:nvPr>
            <p:ph type="body" sz="quarter" idx="34" hasCustomPrompt="1"/>
          </p:nvPr>
        </p:nvSpPr>
        <p:spPr>
          <a:xfrm>
            <a:off x="5951984" y="5184455"/>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8" name="Text Placeholder 11">
            <a:extLst>
              <a:ext uri="{FF2B5EF4-FFF2-40B4-BE49-F238E27FC236}">
                <a16:creationId xmlns:a16="http://schemas.microsoft.com/office/drawing/2014/main" id="{21F960EB-6EA4-9123-ED77-13467723FA28}"/>
              </a:ext>
            </a:extLst>
          </p:cNvPr>
          <p:cNvSpPr>
            <a:spLocks noGrp="1"/>
          </p:cNvSpPr>
          <p:nvPr>
            <p:ph type="body" sz="quarter" idx="35" hasCustomPrompt="1"/>
          </p:nvPr>
        </p:nvSpPr>
        <p:spPr>
          <a:xfrm>
            <a:off x="5951984" y="5777069"/>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Tree>
    <p:extLst>
      <p:ext uri="{BB962C8B-B14F-4D97-AF65-F5344CB8AC3E}">
        <p14:creationId xmlns:p14="http://schemas.microsoft.com/office/powerpoint/2010/main" val="1656324273"/>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4_Agenda">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CCF694C-872E-0362-0664-84FE017FBD57}"/>
              </a:ext>
            </a:extLst>
          </p:cNvPr>
          <p:cNvSpPr/>
          <p:nvPr/>
        </p:nvSpPr>
        <p:spPr>
          <a:xfrm>
            <a:off x="-24680" y="1484784"/>
            <a:ext cx="5735960" cy="5373217"/>
          </a:xfrm>
          <a:prstGeom prst="rect">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407565" y="1863702"/>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407565" y="2456315"/>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407565" y="3048928"/>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407565" y="3641541"/>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407565" y="4234154"/>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407565" y="4826768"/>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407565" y="260350"/>
            <a:ext cx="5472411" cy="792163"/>
          </a:xfrm>
        </p:spPr>
        <p:txBody>
          <a:bodyPr/>
          <a:lstStyle>
            <a:lvl1pPr>
              <a:defRPr>
                <a:solidFill>
                  <a:schemeClr val="tx1"/>
                </a:solidFill>
              </a:defRPr>
            </a:lvl1pPr>
          </a:lstStyle>
          <a:p>
            <a:r>
              <a:rPr lang="en-US"/>
              <a:t>Click to edit Master title style</a:t>
            </a:r>
            <a:endParaRPr lang="en-US" dirty="0"/>
          </a:p>
        </p:txBody>
      </p:sp>
      <p:sp>
        <p:nvSpPr>
          <p:cNvPr id="6" name="Text Placeholder 11">
            <a:extLst>
              <a:ext uri="{FF2B5EF4-FFF2-40B4-BE49-F238E27FC236}">
                <a16:creationId xmlns:a16="http://schemas.microsoft.com/office/drawing/2014/main" id="{CE129A54-4331-295F-FFF7-AADCD886AE6F}"/>
              </a:ext>
            </a:extLst>
          </p:cNvPr>
          <p:cNvSpPr>
            <a:spLocks noGrp="1"/>
          </p:cNvSpPr>
          <p:nvPr>
            <p:ph type="body" sz="quarter" idx="34" hasCustomPrompt="1"/>
          </p:nvPr>
        </p:nvSpPr>
        <p:spPr>
          <a:xfrm>
            <a:off x="407565" y="5419382"/>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8" name="Text Placeholder 11">
            <a:extLst>
              <a:ext uri="{FF2B5EF4-FFF2-40B4-BE49-F238E27FC236}">
                <a16:creationId xmlns:a16="http://schemas.microsoft.com/office/drawing/2014/main" id="{21F960EB-6EA4-9123-ED77-13467723FA28}"/>
              </a:ext>
            </a:extLst>
          </p:cNvPr>
          <p:cNvSpPr>
            <a:spLocks noGrp="1"/>
          </p:cNvSpPr>
          <p:nvPr>
            <p:ph type="body" sz="quarter" idx="35" hasCustomPrompt="1"/>
          </p:nvPr>
        </p:nvSpPr>
        <p:spPr>
          <a:xfrm>
            <a:off x="407565" y="6011996"/>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Tree>
    <p:extLst>
      <p:ext uri="{BB962C8B-B14F-4D97-AF65-F5344CB8AC3E}">
        <p14:creationId xmlns:p14="http://schemas.microsoft.com/office/powerpoint/2010/main" val="3876043292"/>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Divider Page">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dirty="0"/>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add text</a:t>
            </a:r>
          </a:p>
        </p:txBody>
      </p:sp>
      <p:grpSp>
        <p:nvGrpSpPr>
          <p:cNvPr id="3" name="Group 37">
            <a:extLst>
              <a:ext uri="{FF2B5EF4-FFF2-40B4-BE49-F238E27FC236}">
                <a16:creationId xmlns:a16="http://schemas.microsoft.com/office/drawing/2014/main" id="{5AD1E928-17A7-8076-E72F-603525614D7F}"/>
              </a:ext>
            </a:extLst>
          </p:cNvPr>
          <p:cNvGrpSpPr/>
          <p:nvPr/>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A4C59602-5684-DA3C-4D8A-30F7343DD0DC}"/>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39C738EB-51DE-C704-B75C-84CBCD5D68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614041617"/>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Divider Pag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E65870-6F3C-04B2-E814-901DB0CFC0E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dirty="0"/>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add text</a:t>
            </a:r>
          </a:p>
        </p:txBody>
      </p:sp>
    </p:spTree>
    <p:extLst>
      <p:ext uri="{BB962C8B-B14F-4D97-AF65-F5344CB8AC3E}">
        <p14:creationId xmlns:p14="http://schemas.microsoft.com/office/powerpoint/2010/main" val="1196692711"/>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8410848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981017058"/>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dirty="0"/>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3258249665"/>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8F3953-316A-B430-FE17-F219A7EE0626}"/>
              </a:ext>
            </a:extLst>
          </p:cNvPr>
          <p:cNvSpPr>
            <a:spLocks noGrp="1"/>
          </p:cNvSpPr>
          <p:nvPr>
            <p:ph type="title"/>
          </p:nvPr>
        </p:nvSpPr>
        <p:spPr/>
        <p:txBody>
          <a:bodyPr/>
          <a:lstStyle/>
          <a:p>
            <a:r>
              <a:rPr lang="en-US"/>
              <a:t>Click to edit Master title style</a:t>
            </a:r>
          </a:p>
        </p:txBody>
      </p:sp>
      <p:sp>
        <p:nvSpPr>
          <p:cNvPr id="3" name="Text Placeholder 7">
            <a:extLst>
              <a:ext uri="{FF2B5EF4-FFF2-40B4-BE49-F238E27FC236}">
                <a16:creationId xmlns:a16="http://schemas.microsoft.com/office/drawing/2014/main" id="{49BC7447-5EDE-45B1-8FE5-B3F4F93D2FEB}"/>
              </a:ext>
            </a:extLst>
          </p:cNvPr>
          <p:cNvSpPr>
            <a:spLocks noGrp="1"/>
          </p:cNvSpPr>
          <p:nvPr>
            <p:ph type="body" sz="quarter" idx="12" hasCustomPrompt="1"/>
          </p:nvPr>
        </p:nvSpPr>
        <p:spPr>
          <a:xfrm>
            <a:off x="407989" y="1628775"/>
            <a:ext cx="5532086"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4" name="Text Placeholder 7">
            <a:extLst>
              <a:ext uri="{FF2B5EF4-FFF2-40B4-BE49-F238E27FC236}">
                <a16:creationId xmlns:a16="http://schemas.microsoft.com/office/drawing/2014/main" id="{35CBB3CA-52BC-F9EF-5805-F1F9D912DB58}"/>
              </a:ext>
            </a:extLst>
          </p:cNvPr>
          <p:cNvSpPr>
            <a:spLocks noGrp="1"/>
          </p:cNvSpPr>
          <p:nvPr>
            <p:ph type="body" sz="quarter" idx="10"/>
          </p:nvPr>
        </p:nvSpPr>
        <p:spPr>
          <a:xfrm>
            <a:off x="414972" y="2506942"/>
            <a:ext cx="5525185" cy="3743963"/>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7">
            <a:extLst>
              <a:ext uri="{FF2B5EF4-FFF2-40B4-BE49-F238E27FC236}">
                <a16:creationId xmlns:a16="http://schemas.microsoft.com/office/drawing/2014/main" id="{C5D9D41C-6A18-9349-55BE-94DED28E30EA}"/>
              </a:ext>
            </a:extLst>
          </p:cNvPr>
          <p:cNvSpPr>
            <a:spLocks noGrp="1"/>
          </p:cNvSpPr>
          <p:nvPr>
            <p:ph type="body" sz="quarter" idx="13" hasCustomPrompt="1"/>
          </p:nvPr>
        </p:nvSpPr>
        <p:spPr>
          <a:xfrm>
            <a:off x="6332425" y="1628775"/>
            <a:ext cx="5451505"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6" name="Text Placeholder 7">
            <a:extLst>
              <a:ext uri="{FF2B5EF4-FFF2-40B4-BE49-F238E27FC236}">
                <a16:creationId xmlns:a16="http://schemas.microsoft.com/office/drawing/2014/main" id="{7B44136C-3018-5130-3AC3-47B22ACD9DA3}"/>
              </a:ext>
            </a:extLst>
          </p:cNvPr>
          <p:cNvSpPr>
            <a:spLocks noGrp="1"/>
          </p:cNvSpPr>
          <p:nvPr>
            <p:ph type="body" sz="quarter" idx="14"/>
          </p:nvPr>
        </p:nvSpPr>
        <p:spPr>
          <a:xfrm>
            <a:off x="6332425" y="2506943"/>
            <a:ext cx="5444603" cy="3743962"/>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6973168"/>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ABF5EC-92A5-4E9A-F280-EB30FFBC07C4}"/>
              </a:ext>
            </a:extLst>
          </p:cNvPr>
          <p:cNvSpPr>
            <a:spLocks noGrp="1"/>
          </p:cNvSpPr>
          <p:nvPr>
            <p:ph type="title"/>
          </p:nvPr>
        </p:nvSpPr>
        <p:spPr/>
        <p:txBody>
          <a:bodyPr/>
          <a:lstStyle/>
          <a:p>
            <a:r>
              <a:rPr lang="en-US"/>
              <a:t>Click to edit Master title style</a:t>
            </a:r>
          </a:p>
        </p:txBody>
      </p:sp>
      <p:sp>
        <p:nvSpPr>
          <p:cNvPr id="3" name="Text Placeholder 7">
            <a:extLst>
              <a:ext uri="{FF2B5EF4-FFF2-40B4-BE49-F238E27FC236}">
                <a16:creationId xmlns:a16="http://schemas.microsoft.com/office/drawing/2014/main" id="{9CD9F072-6C90-9A95-A50F-DCA5FC167DC4}"/>
              </a:ext>
            </a:extLst>
          </p:cNvPr>
          <p:cNvSpPr>
            <a:spLocks noGrp="1"/>
          </p:cNvSpPr>
          <p:nvPr>
            <p:ph type="body" sz="quarter" idx="12" hasCustomPrompt="1"/>
          </p:nvPr>
        </p:nvSpPr>
        <p:spPr>
          <a:xfrm>
            <a:off x="414971" y="1628775"/>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4" name="Text Placeholder 7">
            <a:extLst>
              <a:ext uri="{FF2B5EF4-FFF2-40B4-BE49-F238E27FC236}">
                <a16:creationId xmlns:a16="http://schemas.microsoft.com/office/drawing/2014/main" id="{D1B0A4F3-549E-71F6-BE52-B382C47A49E5}"/>
              </a:ext>
            </a:extLst>
          </p:cNvPr>
          <p:cNvSpPr>
            <a:spLocks noGrp="1"/>
          </p:cNvSpPr>
          <p:nvPr>
            <p:ph type="body" sz="quarter" idx="10"/>
          </p:nvPr>
        </p:nvSpPr>
        <p:spPr>
          <a:xfrm>
            <a:off x="414971"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7">
            <a:extLst>
              <a:ext uri="{FF2B5EF4-FFF2-40B4-BE49-F238E27FC236}">
                <a16:creationId xmlns:a16="http://schemas.microsoft.com/office/drawing/2014/main" id="{A4B6F29C-F89C-245A-B142-516CCF154314}"/>
              </a:ext>
            </a:extLst>
          </p:cNvPr>
          <p:cNvSpPr>
            <a:spLocks noGrp="1"/>
          </p:cNvSpPr>
          <p:nvPr>
            <p:ph type="body" sz="quarter" idx="15" hasCustomPrompt="1"/>
          </p:nvPr>
        </p:nvSpPr>
        <p:spPr>
          <a:xfrm>
            <a:off x="4260000"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6" name="Text Placeholder 7">
            <a:extLst>
              <a:ext uri="{FF2B5EF4-FFF2-40B4-BE49-F238E27FC236}">
                <a16:creationId xmlns:a16="http://schemas.microsoft.com/office/drawing/2014/main" id="{DD618B66-9577-9BCD-E317-0B5976EC205B}"/>
              </a:ext>
            </a:extLst>
          </p:cNvPr>
          <p:cNvSpPr>
            <a:spLocks noGrp="1"/>
          </p:cNvSpPr>
          <p:nvPr>
            <p:ph type="body" sz="quarter" idx="14"/>
          </p:nvPr>
        </p:nvSpPr>
        <p:spPr>
          <a:xfrm>
            <a:off x="4260000"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7">
            <a:extLst>
              <a:ext uri="{FF2B5EF4-FFF2-40B4-BE49-F238E27FC236}">
                <a16:creationId xmlns:a16="http://schemas.microsoft.com/office/drawing/2014/main" id="{FD81C950-E364-B77A-5216-238E0BB40E8F}"/>
              </a:ext>
            </a:extLst>
          </p:cNvPr>
          <p:cNvSpPr>
            <a:spLocks noGrp="1"/>
          </p:cNvSpPr>
          <p:nvPr>
            <p:ph type="body" sz="quarter" idx="17" hasCustomPrompt="1"/>
          </p:nvPr>
        </p:nvSpPr>
        <p:spPr>
          <a:xfrm>
            <a:off x="8105029"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8" name="Text Placeholder 7">
            <a:extLst>
              <a:ext uri="{FF2B5EF4-FFF2-40B4-BE49-F238E27FC236}">
                <a16:creationId xmlns:a16="http://schemas.microsoft.com/office/drawing/2014/main" id="{560BE233-FA65-E9BC-C55B-5E4EBC8DB46B}"/>
              </a:ext>
            </a:extLst>
          </p:cNvPr>
          <p:cNvSpPr>
            <a:spLocks noGrp="1"/>
          </p:cNvSpPr>
          <p:nvPr>
            <p:ph type="body" sz="quarter" idx="16"/>
          </p:nvPr>
        </p:nvSpPr>
        <p:spPr>
          <a:xfrm>
            <a:off x="8105029"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050970"/>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Empty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6616106"/>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358122383"/>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85210941"/>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29343418"/>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Empty Grey">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5107112"/>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lvl1pPr>
              <a:lnSpc>
                <a:spcPct val="100000"/>
              </a:lnSpc>
              <a:defRPr/>
            </a:lvl1pPr>
          </a:lstStyle>
          <a:p>
            <a:r>
              <a:rPr lang="en-US"/>
              <a:t>Click to edit Master title style</a:t>
            </a:r>
          </a:p>
        </p:txBody>
      </p:sp>
    </p:spTree>
    <p:extLst>
      <p:ext uri="{BB962C8B-B14F-4D97-AF65-F5344CB8AC3E}">
        <p14:creationId xmlns:p14="http://schemas.microsoft.com/office/powerpoint/2010/main" val="4110529072"/>
      </p:ext>
    </p:extLst>
  </p:cSld>
  <p:clrMapOvr>
    <a:masterClrMapping/>
  </p:clrMapOvr>
  <p:hf sldNum="0" hdr="0" ftr="0" dt="0"/>
  <p:extLst>
    <p:ext uri="{DCECCB84-F9BA-43D5-87BE-67443E8EF086}">
      <p15:sldGuideLst xmlns:p15="http://schemas.microsoft.com/office/powerpoint/2012/main">
        <p15:guide id="1" pos="506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5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2852936"/>
            <a:ext cx="7409221" cy="2879526"/>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a:xfrm>
            <a:off x="414971" y="1122908"/>
            <a:ext cx="7409221" cy="1369988"/>
          </a:xfrm>
        </p:spPr>
        <p:txBody>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1251505429"/>
      </p:ext>
    </p:extLst>
  </p:cSld>
  <p:clrMapOvr>
    <a:masterClrMapping/>
  </p:clrMapOvr>
  <p:hf sldNum="0" hdr="0" ftr="0" dt="0"/>
  <p:extLst>
    <p:ext uri="{DCECCB84-F9BA-43D5-87BE-67443E8EF086}">
      <p15:sldGuideLst xmlns:p15="http://schemas.microsoft.com/office/powerpoint/2012/main">
        <p15:guide id="1" pos="506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2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2133900"/>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_Title Only Short White">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en-US"/>
              <a:t>Click to edit Master title style</a:t>
            </a:r>
          </a:p>
        </p:txBody>
      </p:sp>
    </p:spTree>
    <p:extLst>
      <p:ext uri="{BB962C8B-B14F-4D97-AF65-F5344CB8AC3E}">
        <p14:creationId xmlns:p14="http://schemas.microsoft.com/office/powerpoint/2010/main" val="4027963605"/>
      </p:ext>
    </p:extLst>
  </p:cSld>
  <p:clrMapOvr>
    <a:masterClrMapping/>
  </p:clrMapOvr>
  <p:hf sldNum="0" hdr="0" ftr="0" dt="0"/>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4_Title Only Short White">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p>
            <a:r>
              <a:rPr lang="en-US"/>
              <a:t>Click to edit Master title style</a:t>
            </a:r>
          </a:p>
        </p:txBody>
      </p:sp>
    </p:spTree>
    <p:extLst>
      <p:ext uri="{BB962C8B-B14F-4D97-AF65-F5344CB8AC3E}">
        <p14:creationId xmlns:p14="http://schemas.microsoft.com/office/powerpoint/2010/main" val="3205994273"/>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grpSp>
        <p:nvGrpSpPr>
          <p:cNvPr id="2" name="Group 37">
            <a:extLst>
              <a:ext uri="{FF2B5EF4-FFF2-40B4-BE49-F238E27FC236}">
                <a16:creationId xmlns:a16="http://schemas.microsoft.com/office/drawing/2014/main" id="{249954CA-1B4C-479D-8956-C152CD1D4255}"/>
              </a:ext>
            </a:extLst>
          </p:cNvPr>
          <p:cNvGrpSpPr/>
          <p:nvPr/>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422702152"/>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773943970"/>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895789301"/>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Title Subtitle Content Grey">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grpSp>
        <p:nvGrpSpPr>
          <p:cNvPr id="3" name="Group 37">
            <a:extLst>
              <a:ext uri="{FF2B5EF4-FFF2-40B4-BE49-F238E27FC236}">
                <a16:creationId xmlns:a16="http://schemas.microsoft.com/office/drawing/2014/main" id="{B0C581DC-AC70-A4F0-51CB-1FA6B08A37BE}"/>
              </a:ext>
            </a:extLst>
          </p:cNvPr>
          <p:cNvGrpSpPr/>
          <p:nvPr/>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63F60F5E-5D27-779B-6E8E-C919398219A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A979E7CA-B1A9-8298-494D-03780A9E57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929515572"/>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grpSp>
        <p:nvGrpSpPr>
          <p:cNvPr id="4" name="Group 37">
            <a:extLst>
              <a:ext uri="{FF2B5EF4-FFF2-40B4-BE49-F238E27FC236}">
                <a16:creationId xmlns:a16="http://schemas.microsoft.com/office/drawing/2014/main" id="{9B4384E0-E70E-1D2F-00F4-6E8113E6115B}"/>
              </a:ext>
            </a:extLst>
          </p:cNvPr>
          <p:cNvGrpSpPr/>
          <p:nvPr/>
        </p:nvGrpSpPr>
        <p:grpSpPr>
          <a:xfrm>
            <a:off x="11501102" y="171573"/>
            <a:ext cx="419436" cy="388087"/>
            <a:chOff x="5481638" y="2859088"/>
            <a:chExt cx="1231900" cy="1139825"/>
          </a:xfrm>
          <a:solidFill>
            <a:schemeClr val="bg1"/>
          </a:solidFill>
        </p:grpSpPr>
        <p:sp>
          <p:nvSpPr>
            <p:cNvPr id="5" name="Freeform 320">
              <a:extLst>
                <a:ext uri="{FF2B5EF4-FFF2-40B4-BE49-F238E27FC236}">
                  <a16:creationId xmlns:a16="http://schemas.microsoft.com/office/drawing/2014/main" id="{DEADA429-607C-23EB-6562-F893EB6AB13A}"/>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Freeform 321">
              <a:extLst>
                <a:ext uri="{FF2B5EF4-FFF2-40B4-BE49-F238E27FC236}">
                  <a16:creationId xmlns:a16="http://schemas.microsoft.com/office/drawing/2014/main" id="{FE473CBE-1F40-1799-0531-AC4BB82893E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114703740"/>
      </p:ext>
    </p:extLst>
  </p:cSld>
  <p:clrMapOvr>
    <a:masterClrMapping/>
  </p:clrMapOvr>
  <p:hf sldNum="0" hdr="0" ftr="0" dt="0"/>
  <p:extLst>
    <p:ext uri="{DCECCB84-F9BA-43D5-87BE-67443E8EF086}">
      <p15:sldGuideLst xmlns:p15="http://schemas.microsoft.com/office/powerpoint/2012/main">
        <p15:guide id="1" pos="5019">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2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grpSp>
        <p:nvGrpSpPr>
          <p:cNvPr id="4" name="Group 37">
            <a:extLst>
              <a:ext uri="{FF2B5EF4-FFF2-40B4-BE49-F238E27FC236}">
                <a16:creationId xmlns:a16="http://schemas.microsoft.com/office/drawing/2014/main" id="{7A334606-8EE3-365F-25B8-44D290069C7A}"/>
              </a:ext>
            </a:extLst>
          </p:cNvPr>
          <p:cNvGrpSpPr/>
          <p:nvPr/>
        </p:nvGrpSpPr>
        <p:grpSpPr>
          <a:xfrm>
            <a:off x="11501102" y="171573"/>
            <a:ext cx="419436" cy="388087"/>
            <a:chOff x="5481638" y="2859088"/>
            <a:chExt cx="1231900" cy="1139825"/>
          </a:xfrm>
          <a:solidFill>
            <a:schemeClr val="bg1"/>
          </a:solidFill>
        </p:grpSpPr>
        <p:sp>
          <p:nvSpPr>
            <p:cNvPr id="5" name="Freeform 320">
              <a:extLst>
                <a:ext uri="{FF2B5EF4-FFF2-40B4-BE49-F238E27FC236}">
                  <a16:creationId xmlns:a16="http://schemas.microsoft.com/office/drawing/2014/main" id="{9327B499-75BC-B2BA-955E-89BC1B5BA087}"/>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Freeform 321">
              <a:extLst>
                <a:ext uri="{FF2B5EF4-FFF2-40B4-BE49-F238E27FC236}">
                  <a16:creationId xmlns:a16="http://schemas.microsoft.com/office/drawing/2014/main" id="{830903CF-8165-AFC6-912A-B0D50B5352C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208932045"/>
      </p:ext>
    </p:extLst>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4" name="Groupe 1">
            <a:extLst>
              <a:ext uri="{FF2B5EF4-FFF2-40B4-BE49-F238E27FC236}">
                <a16:creationId xmlns:a16="http://schemas.microsoft.com/office/drawing/2014/main" id="{DFFA4EA6-56A9-4F86-ABC0-8D91183AD408}"/>
              </a:ext>
            </a:extLst>
          </p:cNvPr>
          <p:cNvGrpSpPr/>
          <p:nvPr/>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endParaRPr lang="en-US" dirty="0"/>
          </a:p>
        </p:txBody>
      </p:sp>
      <p:grpSp>
        <p:nvGrpSpPr>
          <p:cNvPr id="3" name="Group 37">
            <a:extLst>
              <a:ext uri="{FF2B5EF4-FFF2-40B4-BE49-F238E27FC236}">
                <a16:creationId xmlns:a16="http://schemas.microsoft.com/office/drawing/2014/main" id="{F75C5998-60B8-E90F-ABC5-B2B44AE3671E}"/>
              </a:ext>
            </a:extLst>
          </p:cNvPr>
          <p:cNvGrpSpPr/>
          <p:nvPr/>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7AA8B914-E494-3BE7-D1C9-625A618D7BB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8C9E80B-66E6-FE75-51F4-FE53C769FD6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529560696"/>
      </p:ext>
    </p:extLst>
  </p:cSld>
  <p:clrMapOvr>
    <a:masterClrMapping/>
  </p:clrMapOvr>
  <p:hf sldNum="0" hdr="0" ftr="0" dt="0"/>
  <p:extLst>
    <p:ext uri="{DCECCB84-F9BA-43D5-87BE-67443E8EF086}">
      <p15:sldGuideLst xmlns:p15="http://schemas.microsoft.com/office/powerpoint/2012/main">
        <p15:guide id="1" pos="511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4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US"/>
              <a:t>Click to edit Master title style</a:t>
            </a:r>
            <a:endParaRPr lang="de-DE" dirty="0"/>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6" name="Groupe 1">
            <a:extLst>
              <a:ext uri="{FF2B5EF4-FFF2-40B4-BE49-F238E27FC236}">
                <a16:creationId xmlns:a16="http://schemas.microsoft.com/office/drawing/2014/main" id="{E0AE299F-7351-4397-AACC-823584420C74}"/>
              </a:ext>
            </a:extLst>
          </p:cNvPr>
          <p:cNvGrpSpPr/>
          <p:nvPr/>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grpSp>
        <p:nvGrpSpPr>
          <p:cNvPr id="2" name="Group 37">
            <a:extLst>
              <a:ext uri="{FF2B5EF4-FFF2-40B4-BE49-F238E27FC236}">
                <a16:creationId xmlns:a16="http://schemas.microsoft.com/office/drawing/2014/main" id="{7A1A8CC8-8DC5-C9DB-BF05-A632200BAA79}"/>
              </a:ext>
            </a:extLst>
          </p:cNvPr>
          <p:cNvGrpSpPr/>
          <p:nvPr/>
        </p:nvGrpSpPr>
        <p:grpSpPr>
          <a:xfrm>
            <a:off x="11501102" y="171573"/>
            <a:ext cx="419436" cy="388087"/>
            <a:chOff x="5481638" y="2859088"/>
            <a:chExt cx="1231900" cy="1139825"/>
          </a:xfrm>
          <a:solidFill>
            <a:schemeClr val="bg1"/>
          </a:solidFill>
        </p:grpSpPr>
        <p:sp>
          <p:nvSpPr>
            <p:cNvPr id="3" name="Freeform 320">
              <a:extLst>
                <a:ext uri="{FF2B5EF4-FFF2-40B4-BE49-F238E27FC236}">
                  <a16:creationId xmlns:a16="http://schemas.microsoft.com/office/drawing/2014/main" id="{9FD445ED-7589-8F2E-2555-68F99651CF5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 name="Freeform 321">
              <a:extLst>
                <a:ext uri="{FF2B5EF4-FFF2-40B4-BE49-F238E27FC236}">
                  <a16:creationId xmlns:a16="http://schemas.microsoft.com/office/drawing/2014/main" id="{D611104C-45C2-A6EE-6C88-7B5A09068B1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503882901"/>
      </p:ext>
    </p:extLst>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1_Disposition personnalisée">
    <p:bg>
      <p:bgPr>
        <a:gradFill flip="none" rotWithShape="1">
          <a:gsLst>
            <a:gs pos="0">
              <a:schemeClr val="accent4"/>
            </a:gs>
            <a:gs pos="100000">
              <a:schemeClr val="accent1"/>
            </a:gs>
          </a:gsLst>
          <a:lin ang="18900000" scaled="1"/>
          <a:tileRect/>
        </a:gradFill>
        <a:effectLst/>
      </p:bgPr>
    </p:bg>
    <p:spTree>
      <p:nvGrpSpPr>
        <p:cNvPr id="1" name=""/>
        <p:cNvGrpSpPr/>
        <p:nvPr/>
      </p:nvGrpSpPr>
      <p:grpSpPr>
        <a:xfrm>
          <a:off x="0" y="0"/>
          <a:ext cx="0" cy="0"/>
          <a:chOff x="0" y="0"/>
          <a:chExt cx="0" cy="0"/>
        </a:xfrm>
      </p:grpSpPr>
      <p:grpSp>
        <p:nvGrpSpPr>
          <p:cNvPr id="3" name="Group 37">
            <a:extLst>
              <a:ext uri="{FF2B5EF4-FFF2-40B4-BE49-F238E27FC236}">
                <a16:creationId xmlns:a16="http://schemas.microsoft.com/office/drawing/2014/main" id="{1061E678-75D4-A1A0-2B62-B9EE7897ADC9}"/>
              </a:ext>
            </a:extLst>
          </p:cNvPr>
          <p:cNvGrpSpPr/>
          <p:nvPr/>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968249B3-6CEA-36AB-82F2-AC791AB4541D}"/>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6CA36F11-D251-B9D9-4C20-84C34AAE71C9}"/>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650769792"/>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cSld name="Title Slide">
    <p:bg>
      <p:bgPr>
        <a:solidFill>
          <a:schemeClr val="accent4"/>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1199456" y="2072590"/>
            <a:ext cx="9865096" cy="1107996"/>
          </a:xfrm>
          <a:prstGeom prst="rect">
            <a:avLst/>
          </a:prstGeom>
        </p:spPr>
        <p:txBody>
          <a:bodyPr wrap="square" lIns="0" tIns="0" rIns="0" bIns="0">
            <a:spAutoFit/>
          </a:bodyPr>
          <a:lstStyle>
            <a:lvl1pPr algn="ctr">
              <a:defRPr sz="8000" b="1" i="0">
                <a:solidFill>
                  <a:schemeClr val="bg1"/>
                </a:solidFill>
                <a:latin typeface="+mn-lt"/>
                <a:cs typeface="Ubuntu Light"/>
              </a:defRPr>
            </a:lvl1pPr>
          </a:lstStyle>
          <a:p>
            <a:r>
              <a:rPr lang="en-US"/>
              <a:t>Click to edit Master title style</a:t>
            </a:r>
            <a:endParaRPr dirty="0"/>
          </a:p>
        </p:txBody>
      </p:sp>
      <p:sp>
        <p:nvSpPr>
          <p:cNvPr id="3" name="Holder 3"/>
          <p:cNvSpPr>
            <a:spLocks noGrp="1"/>
          </p:cNvSpPr>
          <p:nvPr>
            <p:ph type="subTitle" idx="4"/>
          </p:nvPr>
        </p:nvSpPr>
        <p:spPr>
          <a:xfrm>
            <a:off x="1199456" y="3840480"/>
            <a:ext cx="9865096" cy="369332"/>
          </a:xfrm>
          <a:prstGeom prst="rect">
            <a:avLst/>
          </a:prstGeom>
        </p:spPr>
        <p:txBody>
          <a:bodyPr wrap="square" lIns="0" tIns="0" rIns="0" bIns="0">
            <a:spAutoFit/>
          </a:bodyPr>
          <a:lstStyle>
            <a:lvl1pPr algn="ctr">
              <a:defRPr sz="2400">
                <a:solidFill>
                  <a:schemeClr val="bg1"/>
                </a:solidFill>
              </a:defRPr>
            </a:lvl1pPr>
          </a:lstStyle>
          <a:p>
            <a:r>
              <a:rPr lang="en-US"/>
              <a:t>Click to edit Master subtitle style</a:t>
            </a:r>
            <a:endParaRPr dirty="0"/>
          </a:p>
        </p:txBody>
      </p:sp>
      <p:sp>
        <p:nvSpPr>
          <p:cNvPr id="5" name="object 3">
            <a:extLst>
              <a:ext uri="{FF2B5EF4-FFF2-40B4-BE49-F238E27FC236}">
                <a16:creationId xmlns:a16="http://schemas.microsoft.com/office/drawing/2014/main" id="{4CA8D049-F201-572F-B01A-3FF960745149}"/>
              </a:ext>
              <a:ext uri="{C183D7F6-B498-43B3-948B-1728B52AA6E4}">
                <adec:decorative xmlns:adec="http://schemas.microsoft.com/office/drawing/2017/decorative" val="1"/>
              </a:ext>
            </a:extLst>
          </p:cNvPr>
          <p:cNvSpPr/>
          <p:nvPr/>
        </p:nvSpPr>
        <p:spPr>
          <a:xfrm>
            <a:off x="11549154" y="211688"/>
            <a:ext cx="418180" cy="386605"/>
          </a:xfrm>
          <a:custGeom>
            <a:avLst/>
            <a:gdLst/>
            <a:ahLst/>
            <a:cxnLst/>
            <a:rect l="l" t="t" r="r" b="b"/>
            <a:pathLst>
              <a:path w="689609" h="637540">
                <a:moveTo>
                  <a:pt x="676808" y="283171"/>
                </a:moveTo>
                <a:lnTo>
                  <a:pt x="659422" y="238315"/>
                </a:lnTo>
                <a:lnTo>
                  <a:pt x="635520" y="196367"/>
                </a:lnTo>
                <a:lnTo>
                  <a:pt x="605726" y="157403"/>
                </a:lnTo>
                <a:lnTo>
                  <a:pt x="570687" y="121462"/>
                </a:lnTo>
                <a:lnTo>
                  <a:pt x="528434" y="86690"/>
                </a:lnTo>
                <a:lnTo>
                  <a:pt x="483044" y="56134"/>
                </a:lnTo>
                <a:lnTo>
                  <a:pt x="435178" y="29527"/>
                </a:lnTo>
                <a:lnTo>
                  <a:pt x="385483" y="6642"/>
                </a:lnTo>
                <a:lnTo>
                  <a:pt x="369176" y="0"/>
                </a:lnTo>
                <a:lnTo>
                  <a:pt x="344512" y="24333"/>
                </a:lnTo>
                <a:lnTo>
                  <a:pt x="313093" y="48183"/>
                </a:lnTo>
                <a:lnTo>
                  <a:pt x="276580" y="72085"/>
                </a:lnTo>
                <a:lnTo>
                  <a:pt x="195122" y="122275"/>
                </a:lnTo>
                <a:lnTo>
                  <a:pt x="153568" y="149656"/>
                </a:lnTo>
                <a:lnTo>
                  <a:pt x="113741" y="179298"/>
                </a:lnTo>
                <a:lnTo>
                  <a:pt x="77330" y="211759"/>
                </a:lnTo>
                <a:lnTo>
                  <a:pt x="46050" y="247586"/>
                </a:lnTo>
                <a:lnTo>
                  <a:pt x="21602" y="287337"/>
                </a:lnTo>
                <a:lnTo>
                  <a:pt x="5689" y="331546"/>
                </a:lnTo>
                <a:lnTo>
                  <a:pt x="0" y="380784"/>
                </a:lnTo>
                <a:lnTo>
                  <a:pt x="5943" y="428574"/>
                </a:lnTo>
                <a:lnTo>
                  <a:pt x="22898" y="473151"/>
                </a:lnTo>
                <a:lnTo>
                  <a:pt x="49555" y="512610"/>
                </a:lnTo>
                <a:lnTo>
                  <a:pt x="84582" y="545007"/>
                </a:lnTo>
                <a:lnTo>
                  <a:pt x="126695" y="568426"/>
                </a:lnTo>
                <a:lnTo>
                  <a:pt x="198526" y="578281"/>
                </a:lnTo>
                <a:lnTo>
                  <a:pt x="234340" y="572922"/>
                </a:lnTo>
                <a:lnTo>
                  <a:pt x="299681" y="543369"/>
                </a:lnTo>
                <a:lnTo>
                  <a:pt x="350913" y="495579"/>
                </a:lnTo>
                <a:lnTo>
                  <a:pt x="392214" y="435952"/>
                </a:lnTo>
                <a:lnTo>
                  <a:pt x="429247" y="371309"/>
                </a:lnTo>
                <a:lnTo>
                  <a:pt x="448487" y="339432"/>
                </a:lnTo>
                <a:lnTo>
                  <a:pt x="491998" y="284594"/>
                </a:lnTo>
                <a:lnTo>
                  <a:pt x="552208" y="250723"/>
                </a:lnTo>
                <a:lnTo>
                  <a:pt x="585292" y="247205"/>
                </a:lnTo>
                <a:lnTo>
                  <a:pt x="618794" y="251485"/>
                </a:lnTo>
                <a:lnTo>
                  <a:pt x="650151" y="263499"/>
                </a:lnTo>
                <a:lnTo>
                  <a:pt x="676808" y="283171"/>
                </a:lnTo>
                <a:close/>
              </a:path>
              <a:path w="689609" h="637540">
                <a:moveTo>
                  <a:pt x="689470" y="371373"/>
                </a:moveTo>
                <a:lnTo>
                  <a:pt x="678637" y="325310"/>
                </a:lnTo>
                <a:lnTo>
                  <a:pt x="636955" y="284200"/>
                </a:lnTo>
                <a:lnTo>
                  <a:pt x="578815" y="272999"/>
                </a:lnTo>
                <a:lnTo>
                  <a:pt x="551103" y="278485"/>
                </a:lnTo>
                <a:lnTo>
                  <a:pt x="506285" y="309105"/>
                </a:lnTo>
                <a:lnTo>
                  <a:pt x="471004" y="358025"/>
                </a:lnTo>
                <a:lnTo>
                  <a:pt x="425742" y="443611"/>
                </a:lnTo>
                <a:lnTo>
                  <a:pt x="410692" y="470649"/>
                </a:lnTo>
                <a:lnTo>
                  <a:pt x="376783" y="522224"/>
                </a:lnTo>
                <a:lnTo>
                  <a:pt x="331978" y="569607"/>
                </a:lnTo>
                <a:lnTo>
                  <a:pt x="274320" y="606196"/>
                </a:lnTo>
                <a:lnTo>
                  <a:pt x="242189" y="618413"/>
                </a:lnTo>
                <a:lnTo>
                  <a:pt x="258787" y="627443"/>
                </a:lnTo>
                <a:lnTo>
                  <a:pt x="277241" y="633044"/>
                </a:lnTo>
                <a:lnTo>
                  <a:pt x="296430" y="636066"/>
                </a:lnTo>
                <a:lnTo>
                  <a:pt x="315277" y="637349"/>
                </a:lnTo>
                <a:lnTo>
                  <a:pt x="335991" y="637501"/>
                </a:lnTo>
                <a:lnTo>
                  <a:pt x="356730" y="636422"/>
                </a:lnTo>
                <a:lnTo>
                  <a:pt x="397852" y="631037"/>
                </a:lnTo>
                <a:lnTo>
                  <a:pt x="435419" y="622630"/>
                </a:lnTo>
                <a:lnTo>
                  <a:pt x="472528" y="610057"/>
                </a:lnTo>
                <a:lnTo>
                  <a:pt x="507212" y="592378"/>
                </a:lnTo>
                <a:lnTo>
                  <a:pt x="537527" y="568617"/>
                </a:lnTo>
                <a:lnTo>
                  <a:pt x="497217" y="562127"/>
                </a:lnTo>
                <a:lnTo>
                  <a:pt x="463956" y="542798"/>
                </a:lnTo>
                <a:lnTo>
                  <a:pt x="440639" y="512457"/>
                </a:lnTo>
                <a:lnTo>
                  <a:pt x="430174" y="472960"/>
                </a:lnTo>
                <a:lnTo>
                  <a:pt x="460997" y="501142"/>
                </a:lnTo>
                <a:lnTo>
                  <a:pt x="497116" y="518515"/>
                </a:lnTo>
                <a:lnTo>
                  <a:pt x="536790" y="524586"/>
                </a:lnTo>
                <a:lnTo>
                  <a:pt x="578243" y="518795"/>
                </a:lnTo>
                <a:lnTo>
                  <a:pt x="612813" y="503986"/>
                </a:lnTo>
                <a:lnTo>
                  <a:pt x="642493" y="481355"/>
                </a:lnTo>
                <a:lnTo>
                  <a:pt x="665975" y="452323"/>
                </a:lnTo>
                <a:lnTo>
                  <a:pt x="682002" y="418299"/>
                </a:lnTo>
                <a:lnTo>
                  <a:pt x="687730" y="395033"/>
                </a:lnTo>
                <a:lnTo>
                  <a:pt x="689470" y="371373"/>
                </a:lnTo>
                <a:close/>
              </a:path>
            </a:pathLst>
          </a:custGeom>
          <a:solidFill>
            <a:srgbClr val="FFFFFF"/>
          </a:solidFill>
        </p:spPr>
        <p:txBody>
          <a:bodyPr wrap="square" lIns="0" tIns="0" rIns="0" bIns="0" rtlCol="0"/>
          <a:lstStyle/>
          <a:p>
            <a:endParaRPr sz="1092" dirty="0"/>
          </a:p>
        </p:txBody>
      </p:sp>
    </p:spTree>
    <p:extLst>
      <p:ext uri="{BB962C8B-B14F-4D97-AF65-F5344CB8AC3E}">
        <p14:creationId xmlns:p14="http://schemas.microsoft.com/office/powerpoint/2010/main" val="1080879266"/>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34207007"/>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787065640"/>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2_Title Subtitle Content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943927011"/>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5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937206924"/>
      </p:ext>
    </p:extLst>
  </p:cSld>
  <p:clrMapOvr>
    <a:masterClrMapping/>
  </p:clrMapOvr>
  <p:hf sldNum="0" hdr="0" ftr="0" dt="0"/>
  <p:extLst>
    <p:ext uri="{DCECCB84-F9BA-43D5-87BE-67443E8EF086}">
      <p15:sldGuideLst xmlns:p15="http://schemas.microsoft.com/office/powerpoint/2012/main">
        <p15:guide id="1" pos="5019">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6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4156449272"/>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7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4" name="Groupe 1">
            <a:extLst>
              <a:ext uri="{FF2B5EF4-FFF2-40B4-BE49-F238E27FC236}">
                <a16:creationId xmlns:a16="http://schemas.microsoft.com/office/drawing/2014/main" id="{DFFA4EA6-56A9-4F86-ABC0-8D91183AD408}"/>
              </a:ext>
            </a:extLst>
          </p:cNvPr>
          <p:cNvGrpSpPr/>
          <p:nvPr/>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294867990"/>
      </p:ext>
    </p:extLst>
  </p:cSld>
  <p:clrMapOvr>
    <a:masterClrMapping/>
  </p:clrMapOvr>
  <p:hf sldNum="0" hdr="0" ftr="0" dt="0"/>
  <p:extLst>
    <p:ext uri="{DCECCB84-F9BA-43D5-87BE-67443E8EF086}">
      <p15:sldGuideLst xmlns:p15="http://schemas.microsoft.com/office/powerpoint/2012/main">
        <p15:guide id="1" pos="511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8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US"/>
              <a:t>Click to edit Master title style</a:t>
            </a:r>
            <a:endParaRPr lang="de-DE" dirty="0"/>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6" name="Groupe 1">
            <a:extLst>
              <a:ext uri="{FF2B5EF4-FFF2-40B4-BE49-F238E27FC236}">
                <a16:creationId xmlns:a16="http://schemas.microsoft.com/office/drawing/2014/main" id="{E0AE299F-7351-4397-AACC-823584420C74}"/>
              </a:ext>
            </a:extLst>
          </p:cNvPr>
          <p:cNvGrpSpPr/>
          <p:nvPr/>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87799997"/>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Disposition personnalisée">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1036343"/>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1_Title Slide 2">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grpSp>
        <p:nvGrpSpPr>
          <p:cNvPr id="11" name="Group 2">
            <a:extLst>
              <a:ext uri="{FF2B5EF4-FFF2-40B4-BE49-F238E27FC236}">
                <a16:creationId xmlns:a16="http://schemas.microsoft.com/office/drawing/2014/main" id="{6CECF1A1-AFBB-C9C3-8C4C-A333753514C3}"/>
              </a:ext>
            </a:extLst>
          </p:cNvPr>
          <p:cNvGrpSpPr>
            <a:grpSpLocks noChangeAspect="1"/>
          </p:cNvGrpSpPr>
          <p:nvPr/>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Picture 7">
            <a:hlinkClick r:id="rId2"/>
            <a:extLst>
              <a:ext uri="{FF2B5EF4-FFF2-40B4-BE49-F238E27FC236}">
                <a16:creationId xmlns:a16="http://schemas.microsoft.com/office/drawing/2014/main" id="{941A3941-C755-6656-4029-D0028A53BB3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5" name="Picture 2">
            <a:hlinkClick r:id="rId4"/>
            <a:extLst>
              <a:ext uri="{FF2B5EF4-FFF2-40B4-BE49-F238E27FC236}">
                <a16:creationId xmlns:a16="http://schemas.microsoft.com/office/drawing/2014/main" id="{3591224F-8FEC-9B5A-1F57-B601D9EC4CA0}"/>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6" name="Picture 4">
            <a:hlinkClick r:id="rId6"/>
            <a:extLst>
              <a:ext uri="{FF2B5EF4-FFF2-40B4-BE49-F238E27FC236}">
                <a16:creationId xmlns:a16="http://schemas.microsoft.com/office/drawing/2014/main" id="{C96036E5-31FB-13BE-950F-9869979802DC}"/>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7" name="Picture 6">
            <a:hlinkClick r:id="rId8"/>
            <a:extLst>
              <a:ext uri="{FF2B5EF4-FFF2-40B4-BE49-F238E27FC236}">
                <a16:creationId xmlns:a16="http://schemas.microsoft.com/office/drawing/2014/main" id="{C895DE98-7E11-9ACD-964C-CB06CEB75807}"/>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9664420" y="5571089"/>
            <a:ext cx="333195" cy="333195"/>
          </a:xfrm>
          <a:prstGeom prst="rect">
            <a:avLst/>
          </a:prstGeom>
          <a:noFill/>
        </p:spPr>
      </p:pic>
      <p:sp>
        <p:nvSpPr>
          <p:cNvPr id="8" name="Rectangle 7">
            <a:extLst>
              <a:ext uri="{FF2B5EF4-FFF2-40B4-BE49-F238E27FC236}">
                <a16:creationId xmlns:a16="http://schemas.microsoft.com/office/drawing/2014/main" id="{3CBBF08B-D059-4998-4ED3-95035CA33654}"/>
              </a:ext>
            </a:extLst>
          </p:cNvPr>
          <p:cNvSpPr/>
          <p:nvPr/>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mn-lt"/>
                <a:cs typeface="Arial"/>
              </a:rPr>
              <a:t>Copyright © 2025 Capgemini. All rights reserved.</a:t>
            </a:r>
          </a:p>
        </p:txBody>
      </p:sp>
      <p:pic>
        <p:nvPicPr>
          <p:cNvPr id="10" name="Image 9" descr="Une image contenant noir, Graphique, art&#10;&#10;Description générée automatiquement">
            <a:extLst>
              <a:ext uri="{FF2B5EF4-FFF2-40B4-BE49-F238E27FC236}">
                <a16:creationId xmlns:a16="http://schemas.microsoft.com/office/drawing/2014/main" id="{DE62D67C-765C-84EB-F850-6A1F3B6BE8F7}"/>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447928" y="836712"/>
            <a:ext cx="7729744" cy="6403861"/>
          </a:xfrm>
          <a:prstGeom prst="rect">
            <a:avLst/>
          </a:prstGeom>
        </p:spPr>
      </p:pic>
    </p:spTree>
    <p:extLst>
      <p:ext uri="{BB962C8B-B14F-4D97-AF65-F5344CB8AC3E}">
        <p14:creationId xmlns:p14="http://schemas.microsoft.com/office/powerpoint/2010/main" val="902082584"/>
      </p:ext>
    </p:extLst>
  </p:cSld>
  <p:clrMapOvr>
    <a:masterClrMapping/>
  </p:clrMapOvr>
  <p:hf sldNum="0" hdr="0" ftr="0" dt="0"/>
  <p:extLst>
    <p:ext uri="{DCECCB84-F9BA-43D5-87BE-67443E8EF086}">
      <p15:sldGuideLst xmlns:p15="http://schemas.microsoft.com/office/powerpoint/2012/main">
        <p15:guide id="2" pos="7423">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Final Slide dark">
    <p:bg>
      <p:bgPr>
        <a:solidFill>
          <a:srgbClr val="272936"/>
        </a:solidFill>
        <a:effectLst/>
      </p:bgPr>
    </p:bg>
    <p:spTree>
      <p:nvGrpSpPr>
        <p:cNvPr id="1" name=""/>
        <p:cNvGrpSpPr/>
        <p:nvPr/>
      </p:nvGrpSpPr>
      <p:grpSpPr>
        <a:xfrm>
          <a:off x="0" y="0"/>
          <a:ext cx="0" cy="0"/>
          <a:chOff x="0" y="0"/>
          <a:chExt cx="0" cy="0"/>
        </a:xfrm>
      </p:grpSpPr>
      <p:pic>
        <p:nvPicPr>
          <p:cNvPr id="10" name="Picture 7">
            <a:hlinkClick r:id="rId2"/>
            <a:extLst>
              <a:ext uri="{FF2B5EF4-FFF2-40B4-BE49-F238E27FC236}">
                <a16:creationId xmlns:a16="http://schemas.microsoft.com/office/drawing/2014/main" id="{CC55E37E-23F7-AE09-687B-FF0A64465B2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4"/>
            <a:extLst>
              <a:ext uri="{FF2B5EF4-FFF2-40B4-BE49-F238E27FC236}">
                <a16:creationId xmlns:a16="http://schemas.microsoft.com/office/drawing/2014/main" id="{A9A234E1-21A9-0562-AA45-77469E965E95}"/>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12" name="Picture 4">
            <a:hlinkClick r:id="rId6"/>
            <a:extLst>
              <a:ext uri="{FF2B5EF4-FFF2-40B4-BE49-F238E27FC236}">
                <a16:creationId xmlns:a16="http://schemas.microsoft.com/office/drawing/2014/main" id="{D3F9462A-9181-7B6F-0C53-88633CD0910A}"/>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17" name="Picture 6">
            <a:hlinkClick r:id="rId8"/>
            <a:extLst>
              <a:ext uri="{FF2B5EF4-FFF2-40B4-BE49-F238E27FC236}">
                <a16:creationId xmlns:a16="http://schemas.microsoft.com/office/drawing/2014/main" id="{0057A36D-710A-32C2-2461-BFFF579A0993}"/>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9664420"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mn-lt"/>
                <a:cs typeface="Arial"/>
              </a:rPr>
              <a:t>Copyright © 2025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Picture 14">
            <a:extLst>
              <a:ext uri="{FF2B5EF4-FFF2-40B4-BE49-F238E27FC236}">
                <a16:creationId xmlns:a16="http://schemas.microsoft.com/office/drawing/2014/main" id="{72F6479D-6EC4-876D-159E-45E9EFA775CF}"/>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Tree>
    <p:extLst>
      <p:ext uri="{BB962C8B-B14F-4D97-AF65-F5344CB8AC3E}">
        <p14:creationId xmlns:p14="http://schemas.microsoft.com/office/powerpoint/2010/main" val="280353551"/>
      </p:ext>
    </p:extLst>
  </p:cSld>
  <p:clrMapOvr>
    <a:masterClrMapping/>
  </p:clrMapOvr>
  <p:hf sldNum="0" hdr="0" ftr="0" dt="0"/>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2_Title Slide 2">
    <p:bg>
      <p:bgPr>
        <a:solidFill>
          <a:schemeClr val="tx2"/>
        </a:solidFill>
        <a:effectLst/>
      </p:bgPr>
    </p:bg>
    <p:spTree>
      <p:nvGrpSpPr>
        <p:cNvPr id="1" name=""/>
        <p:cNvGrpSpPr/>
        <p:nvPr/>
      </p:nvGrpSpPr>
      <p:grpSpPr>
        <a:xfrm>
          <a:off x="0" y="0"/>
          <a:ext cx="0" cy="0"/>
          <a:chOff x="0" y="0"/>
          <a:chExt cx="0" cy="0"/>
        </a:xfrm>
      </p:grpSpPr>
      <p:pic>
        <p:nvPicPr>
          <p:cNvPr id="5" name="Picture 4" descr="A City Scape of a coastal city">
            <a:extLst>
              <a:ext uri="{FF2B5EF4-FFF2-40B4-BE49-F238E27FC236}">
                <a16:creationId xmlns:a16="http://schemas.microsoft.com/office/drawing/2014/main" id="{DCA925EA-A74D-1D42-AA55-CEBA35F4E32F}"/>
              </a:ext>
              <a:ext uri="{C183D7F6-B498-43B3-948B-1728B52AA6E4}">
                <adec:decorative xmlns:adec="http://schemas.microsoft.com/office/drawing/2017/decorative" val="0"/>
              </a:ext>
            </a:extLst>
          </p:cNvPr>
          <p:cNvPicPr>
            <a:picLocks noChangeAspect="1"/>
          </p:cNvPicPr>
          <p:nvPr userDrawn="1"/>
        </p:nvPicPr>
        <p:blipFill>
          <a:blip r:embed="rId2"/>
          <a:src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FB6A7679-CD12-264F-8D68-C04698BD1C02}"/>
              </a:ext>
              <a:ext uri="{C183D7F6-B498-43B3-948B-1728B52AA6E4}">
                <adec:decorative xmlns:adec="http://schemas.microsoft.com/office/drawing/2017/decorative" val="1"/>
              </a:ext>
            </a:extLst>
          </p:cNvPr>
          <p:cNvSpPr/>
          <p:nvPr userDrawn="1"/>
        </p:nvSpPr>
        <p:spPr bwMode="auto">
          <a:xfrm>
            <a:off x="1" y="0"/>
            <a:ext cx="12192000" cy="6858000"/>
          </a:xfrm>
          <a:prstGeom prst="rect">
            <a:avLst/>
          </a:prstGeom>
          <a:gradFill>
            <a:gsLst>
              <a:gs pos="100000">
                <a:schemeClr val="tx1">
                  <a:alpha val="9000"/>
                </a:schemeClr>
              </a:gs>
              <a:gs pos="60000">
                <a:srgbClr val="212121">
                  <a:alpha val="49000"/>
                </a:srgbClr>
              </a:gs>
              <a:gs pos="46000">
                <a:schemeClr val="bg1">
                  <a:alpha val="45000"/>
                </a:schemeClr>
              </a:gs>
              <a:gs pos="0">
                <a:schemeClr val="bg1">
                  <a:alpha val="17344"/>
                </a:schemeClr>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0" name="Rectangle 9">
            <a:extLst>
              <a:ext uri="{FF2B5EF4-FFF2-40B4-BE49-F238E27FC236}">
                <a16:creationId xmlns:a16="http://schemas.microsoft.com/office/drawing/2014/main" id="{1E0466DD-5304-420C-8CBA-9B5C39EF77CF}"/>
              </a:ext>
              <a:ext uri="{C183D7F6-B498-43B3-948B-1728B52AA6E4}">
                <adec:decorative xmlns:adec="http://schemas.microsoft.com/office/drawing/2017/decorative" val="1"/>
              </a:ext>
            </a:extLst>
          </p:cNvPr>
          <p:cNvSpPr/>
          <p:nvPr userDrawn="1"/>
        </p:nvSpPr>
        <p:spPr bwMode="auto">
          <a:xfrm>
            <a:off x="5394960" y="3318235"/>
            <a:ext cx="6797040" cy="3539765"/>
          </a:xfrm>
          <a:prstGeom prst="rect">
            <a:avLst/>
          </a:prstGeom>
          <a:gradFill>
            <a:gsLst>
              <a:gs pos="41000">
                <a:srgbClr val="000000">
                  <a:alpha val="22000"/>
                </a:srgbClr>
              </a:gs>
              <a:gs pos="0">
                <a:schemeClr val="bg1">
                  <a:alpha val="0"/>
                </a:schemeClr>
              </a:gs>
              <a:gs pos="100000">
                <a:schemeClr val="bg1">
                  <a:alpha val="8500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itle 2">
            <a:extLst>
              <a:ext uri="{FF2B5EF4-FFF2-40B4-BE49-F238E27FC236}">
                <a16:creationId xmlns:a16="http://schemas.microsoft.com/office/drawing/2014/main" id="{84B6163F-F990-D34B-9E2A-FDA8A16714C0}"/>
              </a:ext>
            </a:extLst>
          </p:cNvPr>
          <p:cNvSpPr>
            <a:spLocks noGrp="1"/>
          </p:cNvSpPr>
          <p:nvPr>
            <p:ph type="title"/>
          </p:nvPr>
        </p:nvSpPr>
        <p:spPr>
          <a:xfrm>
            <a:off x="6096001" y="3685032"/>
            <a:ext cx="4648200" cy="2279835"/>
          </a:xfrm>
        </p:spPr>
        <p:txBody>
          <a:bodyPr>
            <a:noAutofit/>
          </a:bodyPr>
          <a:lstStyle>
            <a:lvl1pPr>
              <a:defRPr sz="3600"/>
            </a:lvl1pPr>
          </a:lstStyle>
          <a:p>
            <a:r>
              <a:rPr lang="en-US"/>
              <a:t>Click to edit Master title style</a:t>
            </a:r>
          </a:p>
        </p:txBody>
      </p:sp>
      <p:sp>
        <p:nvSpPr>
          <p:cNvPr id="2" name="Rectangle 1" descr="The Line">
            <a:extLst>
              <a:ext uri="{FF2B5EF4-FFF2-40B4-BE49-F238E27FC236}">
                <a16:creationId xmlns:a16="http://schemas.microsoft.com/office/drawing/2014/main" id="{4C5C4687-7859-D044-817A-4562925B6B94}"/>
              </a:ext>
              <a:ext uri="{C183D7F6-B498-43B3-948B-1728B52AA6E4}">
                <adec:decorative xmlns:adec="http://schemas.microsoft.com/office/drawing/2017/decorative" val="0"/>
              </a:ext>
            </a:extLst>
          </p:cNvPr>
          <p:cNvSpPr/>
          <p:nvPr userDrawn="1"/>
        </p:nvSpPr>
        <p:spPr bwMode="auto">
          <a:xfrm>
            <a:off x="6096000" y="3318235"/>
            <a:ext cx="6096000" cy="226243"/>
          </a:xfrm>
          <a:prstGeom prst="rect">
            <a:avLst/>
          </a:pr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cs typeface="Segoe UI" pitchFamily="34" charset="0"/>
            </a:endParaRPr>
          </a:p>
        </p:txBody>
      </p:sp>
      <p:sp>
        <p:nvSpPr>
          <p:cNvPr id="9" name="Text Placeholder 2">
            <a:extLst>
              <a:ext uri="{FF2B5EF4-FFF2-40B4-BE49-F238E27FC236}">
                <a16:creationId xmlns:a16="http://schemas.microsoft.com/office/drawing/2014/main" id="{C76A859C-B570-764B-AFE5-06D2C1FE23E1}"/>
              </a:ext>
            </a:extLst>
          </p:cNvPr>
          <p:cNvSpPr>
            <a:spLocks noGrp="1"/>
          </p:cNvSpPr>
          <p:nvPr>
            <p:ph type="body" sz="quarter" idx="12" hasCustomPrompt="1"/>
          </p:nvPr>
        </p:nvSpPr>
        <p:spPr>
          <a:xfrm>
            <a:off x="6096000" y="547683"/>
            <a:ext cx="4648200" cy="276999"/>
          </a:xfrm>
        </p:spPr>
        <p:txBody>
          <a:bodyPr/>
          <a:lstStyle>
            <a:lvl1pPr marL="0" indent="0">
              <a:buFontTx/>
              <a:buNone/>
              <a:defRPr sz="1800"/>
            </a:lvl1pPr>
          </a:lstStyle>
          <a:p>
            <a:r>
              <a:rPr lang="en-US"/>
              <a:t>Click to add industry vertical</a:t>
            </a:r>
          </a:p>
        </p:txBody>
      </p:sp>
      <p:pic>
        <p:nvPicPr>
          <p:cNvPr id="7" name="Picture 6" descr="Microsoft logo white text version">
            <a:extLst>
              <a:ext uri="{FF2B5EF4-FFF2-40B4-BE49-F238E27FC236}">
                <a16:creationId xmlns:a16="http://schemas.microsoft.com/office/drawing/2014/main" id="{F47C80E3-9EE8-474B-B460-8FCB659F5EB0}"/>
              </a:ext>
            </a:extLst>
          </p:cNvPr>
          <p:cNvPicPr>
            <a:picLocks noChangeAspect="1"/>
          </p:cNvPicPr>
          <p:nvPr userDrawn="1"/>
        </p:nvPicPr>
        <p:blipFill>
          <a:blip r:embed="rId3"/>
          <a:stretch>
            <a:fillRect/>
          </a:stretch>
        </p:blipFill>
        <p:spPr>
          <a:xfrm>
            <a:off x="126243" y="2759700"/>
            <a:ext cx="2979002" cy="1337764"/>
          </a:xfrm>
          <a:prstGeom prst="rect">
            <a:avLst/>
          </a:prstGeom>
        </p:spPr>
      </p:pic>
    </p:spTree>
    <p:extLst>
      <p:ext uri="{BB962C8B-B14F-4D97-AF65-F5344CB8AC3E}">
        <p14:creationId xmlns:p14="http://schemas.microsoft.com/office/powerpoint/2010/main" val="39455019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8.xml"/><Relationship Id="rId18" Type="http://schemas.openxmlformats.org/officeDocument/2006/relationships/slideLayout" Target="../slideLayouts/slideLayout23.xml"/><Relationship Id="rId26" Type="http://schemas.openxmlformats.org/officeDocument/2006/relationships/slideLayout" Target="../slideLayouts/slideLayout31.xml"/><Relationship Id="rId39" Type="http://schemas.openxmlformats.org/officeDocument/2006/relationships/slideLayout" Target="../slideLayouts/slideLayout44.xml"/><Relationship Id="rId21" Type="http://schemas.openxmlformats.org/officeDocument/2006/relationships/slideLayout" Target="../slideLayouts/slideLayout26.xml"/><Relationship Id="rId34" Type="http://schemas.openxmlformats.org/officeDocument/2006/relationships/slideLayout" Target="../slideLayouts/slideLayout39.xml"/><Relationship Id="rId42" Type="http://schemas.openxmlformats.org/officeDocument/2006/relationships/slideLayout" Target="../slideLayouts/slideLayout47.xml"/><Relationship Id="rId47" Type="http://schemas.openxmlformats.org/officeDocument/2006/relationships/slideLayout" Target="../slideLayouts/slideLayout52.xml"/><Relationship Id="rId50" Type="http://schemas.openxmlformats.org/officeDocument/2006/relationships/slideLayout" Target="../slideLayouts/slideLayout55.xml"/><Relationship Id="rId55" Type="http://schemas.openxmlformats.org/officeDocument/2006/relationships/slideLayout" Target="../slideLayouts/slideLayout60.xml"/><Relationship Id="rId7" Type="http://schemas.openxmlformats.org/officeDocument/2006/relationships/slideLayout" Target="../slideLayouts/slideLayout1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9" Type="http://schemas.openxmlformats.org/officeDocument/2006/relationships/slideLayout" Target="../slideLayouts/slideLayout34.xml"/><Relationship Id="rId11" Type="http://schemas.openxmlformats.org/officeDocument/2006/relationships/slideLayout" Target="../slideLayouts/slideLayout16.xml"/><Relationship Id="rId24" Type="http://schemas.openxmlformats.org/officeDocument/2006/relationships/slideLayout" Target="../slideLayouts/slideLayout29.xml"/><Relationship Id="rId32" Type="http://schemas.openxmlformats.org/officeDocument/2006/relationships/slideLayout" Target="../slideLayouts/slideLayout37.xml"/><Relationship Id="rId37" Type="http://schemas.openxmlformats.org/officeDocument/2006/relationships/slideLayout" Target="../slideLayouts/slideLayout42.xml"/><Relationship Id="rId40" Type="http://schemas.openxmlformats.org/officeDocument/2006/relationships/slideLayout" Target="../slideLayouts/slideLayout45.xml"/><Relationship Id="rId45" Type="http://schemas.openxmlformats.org/officeDocument/2006/relationships/slideLayout" Target="../slideLayouts/slideLayout50.xml"/><Relationship Id="rId53" Type="http://schemas.openxmlformats.org/officeDocument/2006/relationships/slideLayout" Target="../slideLayouts/slideLayout58.xml"/><Relationship Id="rId58" Type="http://schemas.openxmlformats.org/officeDocument/2006/relationships/slideLayout" Target="../slideLayouts/slideLayout63.xml"/><Relationship Id="rId5" Type="http://schemas.openxmlformats.org/officeDocument/2006/relationships/slideLayout" Target="../slideLayouts/slideLayout10.xml"/><Relationship Id="rId61" Type="http://schemas.openxmlformats.org/officeDocument/2006/relationships/image" Target="../media/image12.png"/><Relationship Id="rId19" Type="http://schemas.openxmlformats.org/officeDocument/2006/relationships/slideLayout" Target="../slideLayouts/slideLayout24.xml"/><Relationship Id="rId14" Type="http://schemas.openxmlformats.org/officeDocument/2006/relationships/slideLayout" Target="../slideLayouts/slideLayout19.xml"/><Relationship Id="rId22" Type="http://schemas.openxmlformats.org/officeDocument/2006/relationships/slideLayout" Target="../slideLayouts/slideLayout27.xml"/><Relationship Id="rId27" Type="http://schemas.openxmlformats.org/officeDocument/2006/relationships/slideLayout" Target="../slideLayouts/slideLayout32.xml"/><Relationship Id="rId30" Type="http://schemas.openxmlformats.org/officeDocument/2006/relationships/slideLayout" Target="../slideLayouts/slideLayout35.xml"/><Relationship Id="rId35" Type="http://schemas.openxmlformats.org/officeDocument/2006/relationships/slideLayout" Target="../slideLayouts/slideLayout40.xml"/><Relationship Id="rId43" Type="http://schemas.openxmlformats.org/officeDocument/2006/relationships/slideLayout" Target="../slideLayouts/slideLayout48.xml"/><Relationship Id="rId48" Type="http://schemas.openxmlformats.org/officeDocument/2006/relationships/slideLayout" Target="../slideLayouts/slideLayout53.xml"/><Relationship Id="rId56" Type="http://schemas.openxmlformats.org/officeDocument/2006/relationships/slideLayout" Target="../slideLayouts/slideLayout61.xml"/><Relationship Id="rId8" Type="http://schemas.openxmlformats.org/officeDocument/2006/relationships/slideLayout" Target="../slideLayouts/slideLayout13.xml"/><Relationship Id="rId51" Type="http://schemas.openxmlformats.org/officeDocument/2006/relationships/slideLayout" Target="../slideLayouts/slideLayout56.xml"/><Relationship Id="rId3" Type="http://schemas.openxmlformats.org/officeDocument/2006/relationships/slideLayout" Target="../slideLayouts/slideLayout8.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5" Type="http://schemas.openxmlformats.org/officeDocument/2006/relationships/slideLayout" Target="../slideLayouts/slideLayout30.xml"/><Relationship Id="rId33" Type="http://schemas.openxmlformats.org/officeDocument/2006/relationships/slideLayout" Target="../slideLayouts/slideLayout38.xml"/><Relationship Id="rId38" Type="http://schemas.openxmlformats.org/officeDocument/2006/relationships/slideLayout" Target="../slideLayouts/slideLayout43.xml"/><Relationship Id="rId46" Type="http://schemas.openxmlformats.org/officeDocument/2006/relationships/slideLayout" Target="../slideLayouts/slideLayout51.xml"/><Relationship Id="rId59" Type="http://schemas.openxmlformats.org/officeDocument/2006/relationships/slideLayout" Target="../slideLayouts/slideLayout64.xml"/><Relationship Id="rId20" Type="http://schemas.openxmlformats.org/officeDocument/2006/relationships/slideLayout" Target="../slideLayouts/slideLayout25.xml"/><Relationship Id="rId41" Type="http://schemas.openxmlformats.org/officeDocument/2006/relationships/slideLayout" Target="../slideLayouts/slideLayout46.xml"/><Relationship Id="rId54" Type="http://schemas.openxmlformats.org/officeDocument/2006/relationships/slideLayout" Target="../slideLayouts/slideLayout59.xml"/><Relationship Id="rId6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slideLayout" Target="../slideLayouts/slideLayout11.xml"/><Relationship Id="rId15" Type="http://schemas.openxmlformats.org/officeDocument/2006/relationships/slideLayout" Target="../slideLayouts/slideLayout20.xml"/><Relationship Id="rId23" Type="http://schemas.openxmlformats.org/officeDocument/2006/relationships/slideLayout" Target="../slideLayouts/slideLayout28.xml"/><Relationship Id="rId28" Type="http://schemas.openxmlformats.org/officeDocument/2006/relationships/slideLayout" Target="../slideLayouts/slideLayout33.xml"/><Relationship Id="rId36" Type="http://schemas.openxmlformats.org/officeDocument/2006/relationships/slideLayout" Target="../slideLayouts/slideLayout41.xml"/><Relationship Id="rId49" Type="http://schemas.openxmlformats.org/officeDocument/2006/relationships/slideLayout" Target="../slideLayouts/slideLayout54.xml"/><Relationship Id="rId57" Type="http://schemas.openxmlformats.org/officeDocument/2006/relationships/slideLayout" Target="../slideLayouts/slideLayout62.xml"/><Relationship Id="rId10" Type="http://schemas.openxmlformats.org/officeDocument/2006/relationships/slideLayout" Target="../slideLayouts/slideLayout15.xml"/><Relationship Id="rId31" Type="http://schemas.openxmlformats.org/officeDocument/2006/relationships/slideLayout" Target="../slideLayouts/slideLayout36.xml"/><Relationship Id="rId44" Type="http://schemas.openxmlformats.org/officeDocument/2006/relationships/slideLayout" Target="../slideLayouts/slideLayout49.xml"/><Relationship Id="rId52" Type="http://schemas.openxmlformats.org/officeDocument/2006/relationships/slideLayout" Target="../slideLayouts/slideLayout57.xml"/><Relationship Id="rId60" Type="http://schemas.openxmlformats.org/officeDocument/2006/relationships/theme" Target="../theme/theme2.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7"/>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21" name="Object 20"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chorCtr="0">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142867" y="92370"/>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9697672" y="6517871"/>
            <a:ext cx="2061559"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 Capgemini 2025. All rights reserved  |</a:t>
            </a:r>
          </a:p>
        </p:txBody>
      </p:sp>
      <p:sp>
        <p:nvSpPr>
          <p:cNvPr id="2" name="Rectangle 27">
            <a:extLst>
              <a:ext uri="{FF2B5EF4-FFF2-40B4-BE49-F238E27FC236}">
                <a16:creationId xmlns:a16="http://schemas.microsoft.com/office/drawing/2014/main" id="{A0522863-811E-3ED5-AA45-2A1F0BF3CDE7}"/>
              </a:ext>
            </a:extLst>
          </p:cNvPr>
          <p:cNvSpPr/>
          <p:nvPr userDrawn="1"/>
        </p:nvSpPr>
        <p:spPr>
          <a:xfrm>
            <a:off x="404813" y="6517634"/>
            <a:ext cx="5073198"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Serco | Tenant to Tenant Migration | 2025</a:t>
            </a:r>
          </a:p>
        </p:txBody>
      </p:sp>
      <p:pic>
        <p:nvPicPr>
          <p:cNvPr id="5" name="Picture 4" descr="Shape, square&#10;&#10;Description automatically generated">
            <a:extLst>
              <a:ext uri="{FF2B5EF4-FFF2-40B4-BE49-F238E27FC236}">
                <a16:creationId xmlns:a16="http://schemas.microsoft.com/office/drawing/2014/main" id="{F32FC110-8DBA-3039-3B0E-B5777C378D7B}"/>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flipH="1">
            <a:off x="11656268" y="92370"/>
            <a:ext cx="404981" cy="404981"/>
          </a:xfrm>
          <a:prstGeom prst="rect">
            <a:avLst/>
          </a:prstGeom>
        </p:spPr>
      </p:pic>
    </p:spTree>
    <p:extLst>
      <p:ext uri="{BB962C8B-B14F-4D97-AF65-F5344CB8AC3E}">
        <p14:creationId xmlns:p14="http://schemas.microsoft.com/office/powerpoint/2010/main" val="1608512200"/>
      </p:ext>
    </p:extLst>
  </p:cSld>
  <p:clrMap bg1="lt1" tx1="dk1" bg2="lt2" tx2="dk2" accent1="accent1" accent2="accent2" accent3="accent3" accent4="accent4" accent5="accent5" accent6="accent6" hlink="hlink" folHlink="folHlink"/>
  <p:sldLayoutIdLst>
    <p:sldLayoutId id="2147483944" r:id="rId1"/>
    <p:sldLayoutId id="2147483946" r:id="rId2"/>
    <p:sldLayoutId id="2147483955" r:id="rId3"/>
    <p:sldLayoutId id="2147483998" r:id="rId4"/>
    <p:sldLayoutId id="2147484005" r:id="rId5"/>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p:nvPicPr>
        <p:blipFill>
          <a:blip r:embed="rId61"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dirty="0"/>
              <a:t>Enter </a:t>
            </a:r>
            <a:r>
              <a:rPr lang="fr-FR" dirty="0" err="1"/>
              <a:t>your</a:t>
            </a:r>
            <a:r>
              <a:rPr lang="fr-FR" dirty="0"/>
              <a:t> contents</a:t>
            </a:r>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a:p>
            <a:pPr lvl="3"/>
            <a:r>
              <a:rPr lang="fr-FR" dirty="0" err="1"/>
              <a:t>Fourth</a:t>
            </a:r>
            <a:r>
              <a:rPr lang="fr-FR" dirty="0"/>
              <a:t> </a:t>
            </a:r>
            <a:r>
              <a:rPr lang="fr-FR" dirty="0" err="1"/>
              <a:t>level</a:t>
            </a:r>
            <a:endParaRPr lang="fr-FR" dirty="0"/>
          </a:p>
          <a:p>
            <a:pPr lvl="4"/>
            <a:r>
              <a:rPr lang="fr-FR" dirty="0" err="1"/>
              <a:t>Fifth</a:t>
            </a:r>
            <a:r>
              <a:rPr lang="fr-FR" dirty="0"/>
              <a:t> </a:t>
            </a:r>
            <a:r>
              <a:rPr lang="fr-FR" dirty="0" err="1"/>
              <a:t>level</a:t>
            </a:r>
            <a:endParaRPr lang="en-US" dirty="0"/>
          </a:p>
        </p:txBody>
      </p:sp>
      <p:grpSp>
        <p:nvGrpSpPr>
          <p:cNvPr id="31" name="Groupe 1">
            <a:extLst>
              <a:ext uri="{FF2B5EF4-FFF2-40B4-BE49-F238E27FC236}">
                <a16:creationId xmlns:a16="http://schemas.microsoft.com/office/drawing/2014/main" id="{F31688C0-3AAB-457C-86FA-4177A059CF79}"/>
              </a:ext>
            </a:extLst>
          </p:cNvPr>
          <p:cNvGrpSpPr/>
          <p:nvPr/>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dirty="0"/>
              <a:t>Modifiez le style du titre</a:t>
            </a:r>
            <a:endParaRPr lang="de-DE" dirty="0"/>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dirty="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dirty="0"/>
              <a:t>	Source:	Source Text</a:t>
            </a:r>
          </a:p>
        </p:txBody>
      </p:sp>
      <p:sp>
        <p:nvSpPr>
          <p:cNvPr id="3" name="Rectangle 27">
            <a:extLst>
              <a:ext uri="{FF2B5EF4-FFF2-40B4-BE49-F238E27FC236}">
                <a16:creationId xmlns:a16="http://schemas.microsoft.com/office/drawing/2014/main" id="{62086BA9-1591-C6CD-E573-A5F8961683B1}"/>
              </a:ext>
            </a:extLst>
          </p:cNvPr>
          <p:cNvSpPr/>
          <p:nvPr/>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chemeClr val="bg1">
                    <a:lumMod val="65000"/>
                  </a:schemeClr>
                </a:solidFill>
                <a:latin typeface="+mn-lt"/>
                <a:cs typeface="Arial" panose="020B0604020202020204" pitchFamily="34" charset="0"/>
              </a:rPr>
              <a:t>Presentation title | Author | Date</a:t>
            </a:r>
          </a:p>
        </p:txBody>
      </p:sp>
      <p:sp>
        <p:nvSpPr>
          <p:cNvPr id="6" name="Rectangle 27">
            <a:extLst>
              <a:ext uri="{FF2B5EF4-FFF2-40B4-BE49-F238E27FC236}">
                <a16:creationId xmlns:a16="http://schemas.microsoft.com/office/drawing/2014/main" id="{C7A3A5DA-5BBD-64D1-6DE2-E0F6859C58F2}"/>
              </a:ext>
            </a:extLst>
          </p:cNvPr>
          <p:cNvSpPr/>
          <p:nvPr/>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chemeClr val="bg1">
                    <a:lumMod val="65000"/>
                  </a:schemeClr>
                </a:solidFill>
                <a:latin typeface="+mn-lt"/>
                <a:cs typeface="Arial" panose="020B0604020202020204" pitchFamily="34" charset="0"/>
              </a:rPr>
              <a:t>Public © Capgemini 2025. All rights reserved  |</a:t>
            </a:r>
          </a:p>
        </p:txBody>
      </p:sp>
      <p:sp>
        <p:nvSpPr>
          <p:cNvPr id="7" name="Rectangle 43">
            <a:extLst>
              <a:ext uri="{FF2B5EF4-FFF2-40B4-BE49-F238E27FC236}">
                <a16:creationId xmlns:a16="http://schemas.microsoft.com/office/drawing/2014/main" id="{5A64C6D2-B9B0-18AF-749A-15AAED7E4993}"/>
              </a:ext>
            </a:extLst>
          </p:cNvPr>
          <p:cNvSpPr/>
          <p:nvPr/>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grpSp>
        <p:nvGrpSpPr>
          <p:cNvPr id="8" name="Group 7">
            <a:extLst>
              <a:ext uri="{FF2B5EF4-FFF2-40B4-BE49-F238E27FC236}">
                <a16:creationId xmlns:a16="http://schemas.microsoft.com/office/drawing/2014/main" id="{5000B604-3F28-1883-B0D5-60B13DB595D6}"/>
              </a:ext>
            </a:extLst>
          </p:cNvPr>
          <p:cNvGrpSpPr/>
          <p:nvPr userDrawn="1"/>
        </p:nvGrpSpPr>
        <p:grpSpPr>
          <a:xfrm>
            <a:off x="12295891" y="1659"/>
            <a:ext cx="360000" cy="2069166"/>
            <a:chOff x="12498114" y="115959"/>
            <a:chExt cx="360000" cy="2069166"/>
          </a:xfrm>
        </p:grpSpPr>
        <p:sp>
          <p:nvSpPr>
            <p:cNvPr id="9" name="Rectangle 8">
              <a:extLst>
                <a:ext uri="{FF2B5EF4-FFF2-40B4-BE49-F238E27FC236}">
                  <a16:creationId xmlns:a16="http://schemas.microsoft.com/office/drawing/2014/main" id="{20A12B51-6200-F5F6-A5CA-0CC239AEA471}"/>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0" name="Rectangle 9">
              <a:extLst>
                <a:ext uri="{FF2B5EF4-FFF2-40B4-BE49-F238E27FC236}">
                  <a16:creationId xmlns:a16="http://schemas.microsoft.com/office/drawing/2014/main" id="{87189299-CF47-CCC6-2F81-9B4EE1B9CBA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1" name="Rectangle 10">
              <a:extLst>
                <a:ext uri="{FF2B5EF4-FFF2-40B4-BE49-F238E27FC236}">
                  <a16:creationId xmlns:a16="http://schemas.microsoft.com/office/drawing/2014/main" id="{585B0A58-E0CB-3928-0F61-BDE473E12CEE}"/>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2" name="Rectangle 11">
              <a:extLst>
                <a:ext uri="{FF2B5EF4-FFF2-40B4-BE49-F238E27FC236}">
                  <a16:creationId xmlns:a16="http://schemas.microsoft.com/office/drawing/2014/main" id="{9BB34F58-C35B-F4EA-89FB-937DF06DD367}"/>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13" name="Rectangle 12">
              <a:extLst>
                <a:ext uri="{FF2B5EF4-FFF2-40B4-BE49-F238E27FC236}">
                  <a16:creationId xmlns:a16="http://schemas.microsoft.com/office/drawing/2014/main" id="{01A7293D-F217-B10F-8D5D-B90E1943075A}"/>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14" name="Groupe 1">
            <a:extLst>
              <a:ext uri="{FF2B5EF4-FFF2-40B4-BE49-F238E27FC236}">
                <a16:creationId xmlns:a16="http://schemas.microsoft.com/office/drawing/2014/main" id="{636D1B1B-DD91-F7B6-3FA0-AAD007FD2666}"/>
              </a:ext>
            </a:extLst>
          </p:cNvPr>
          <p:cNvGrpSpPr>
            <a:grpSpLocks noChangeAspect="1"/>
          </p:cNvGrpSpPr>
          <p:nvPr userDrawn="1"/>
        </p:nvGrpSpPr>
        <p:grpSpPr>
          <a:xfrm>
            <a:off x="11142867" y="92370"/>
            <a:ext cx="419436" cy="388988"/>
            <a:chOff x="11501102" y="171573"/>
            <a:chExt cx="419436" cy="388988"/>
          </a:xfrm>
        </p:grpSpPr>
        <p:sp>
          <p:nvSpPr>
            <p:cNvPr id="15" name="Freeform 13">
              <a:extLst>
                <a:ext uri="{FF2B5EF4-FFF2-40B4-BE49-F238E27FC236}">
                  <a16:creationId xmlns:a16="http://schemas.microsoft.com/office/drawing/2014/main" id="{309A12BC-B611-7045-2EA3-4818451B3971}"/>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4">
              <a:extLst>
                <a:ext uri="{FF2B5EF4-FFF2-40B4-BE49-F238E27FC236}">
                  <a16:creationId xmlns:a16="http://schemas.microsoft.com/office/drawing/2014/main" id="{808754EE-F36E-E632-F434-CDCAD7E3F29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7" name="Retângulo 43">
            <a:extLst>
              <a:ext uri="{FF2B5EF4-FFF2-40B4-BE49-F238E27FC236}">
                <a16:creationId xmlns:a16="http://schemas.microsoft.com/office/drawing/2014/main" id="{C5628416-A84D-EE10-DBB7-65A305890FF6}"/>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18" name="Rectangle 27">
            <a:extLst>
              <a:ext uri="{FF2B5EF4-FFF2-40B4-BE49-F238E27FC236}">
                <a16:creationId xmlns:a16="http://schemas.microsoft.com/office/drawing/2014/main" id="{B0604869-FD6E-61AA-5010-BC7997BE07D7}"/>
              </a:ext>
            </a:extLst>
          </p:cNvPr>
          <p:cNvSpPr/>
          <p:nvPr userDrawn="1"/>
        </p:nvSpPr>
        <p:spPr>
          <a:xfrm>
            <a:off x="9697672" y="6517871"/>
            <a:ext cx="2061559"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 Capgemini 2025. All rights reserved  |</a:t>
            </a:r>
          </a:p>
        </p:txBody>
      </p:sp>
      <p:sp>
        <p:nvSpPr>
          <p:cNvPr id="19" name="Rectangle 27">
            <a:extLst>
              <a:ext uri="{FF2B5EF4-FFF2-40B4-BE49-F238E27FC236}">
                <a16:creationId xmlns:a16="http://schemas.microsoft.com/office/drawing/2014/main" id="{308B2285-26A4-B8F3-27B8-982B0CDA368B}"/>
              </a:ext>
            </a:extLst>
          </p:cNvPr>
          <p:cNvSpPr/>
          <p:nvPr userDrawn="1"/>
        </p:nvSpPr>
        <p:spPr>
          <a:xfrm>
            <a:off x="404813" y="6517634"/>
            <a:ext cx="5073198"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Serco | Tenant to Tenant Migration | 2025</a:t>
            </a:r>
          </a:p>
        </p:txBody>
      </p:sp>
      <p:pic>
        <p:nvPicPr>
          <p:cNvPr id="21" name="Picture 20" descr="Shape, square&#10;&#10;Description automatically generated">
            <a:extLst>
              <a:ext uri="{FF2B5EF4-FFF2-40B4-BE49-F238E27FC236}">
                <a16:creationId xmlns:a16="http://schemas.microsoft.com/office/drawing/2014/main" id="{C046EF1D-2138-208F-04B1-AD89FFFB5385}"/>
              </a:ext>
            </a:extLst>
          </p:cNvPr>
          <p:cNvPicPr>
            <a:picLocks noChangeAspect="1"/>
          </p:cNvPicPr>
          <p:nvPr userDrawn="1"/>
        </p:nvPicPr>
        <p:blipFill>
          <a:blip r:embed="rId62">
            <a:extLst>
              <a:ext uri="{28A0092B-C50C-407E-A947-70E740481C1C}">
                <a14:useLocalDpi xmlns:a14="http://schemas.microsoft.com/office/drawing/2010/main" val="0"/>
              </a:ext>
            </a:extLst>
          </a:blip>
          <a:stretch>
            <a:fillRect/>
          </a:stretch>
        </p:blipFill>
        <p:spPr>
          <a:xfrm flipH="1">
            <a:off x="11656268" y="92370"/>
            <a:ext cx="404981" cy="404981"/>
          </a:xfrm>
          <a:prstGeom prst="rect">
            <a:avLst/>
          </a:prstGeom>
        </p:spPr>
      </p:pic>
    </p:spTree>
    <p:extLst>
      <p:ext uri="{BB962C8B-B14F-4D97-AF65-F5344CB8AC3E}">
        <p14:creationId xmlns:p14="http://schemas.microsoft.com/office/powerpoint/2010/main" val="929980658"/>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 id="2147484024" r:id="rId18"/>
    <p:sldLayoutId id="2147484025" r:id="rId19"/>
    <p:sldLayoutId id="2147484026" r:id="rId20"/>
    <p:sldLayoutId id="2147484027" r:id="rId21"/>
    <p:sldLayoutId id="2147484028" r:id="rId22"/>
    <p:sldLayoutId id="2147484029" r:id="rId23"/>
    <p:sldLayoutId id="2147484030" r:id="rId24"/>
    <p:sldLayoutId id="2147484031" r:id="rId25"/>
    <p:sldLayoutId id="2147484032" r:id="rId26"/>
    <p:sldLayoutId id="2147484033" r:id="rId27"/>
    <p:sldLayoutId id="2147484034" r:id="rId28"/>
    <p:sldLayoutId id="2147484035" r:id="rId29"/>
    <p:sldLayoutId id="2147484036" r:id="rId30"/>
    <p:sldLayoutId id="2147484037" r:id="rId31"/>
    <p:sldLayoutId id="2147484038" r:id="rId32"/>
    <p:sldLayoutId id="2147484039" r:id="rId33"/>
    <p:sldLayoutId id="2147484040" r:id="rId34"/>
    <p:sldLayoutId id="2147484041" r:id="rId35"/>
    <p:sldLayoutId id="2147484042" r:id="rId36"/>
    <p:sldLayoutId id="2147484043" r:id="rId37"/>
    <p:sldLayoutId id="2147484044" r:id="rId38"/>
    <p:sldLayoutId id="2147484045" r:id="rId39"/>
    <p:sldLayoutId id="2147484046" r:id="rId40"/>
    <p:sldLayoutId id="2147484047" r:id="rId41"/>
    <p:sldLayoutId id="2147484048" r:id="rId42"/>
    <p:sldLayoutId id="2147484049" r:id="rId43"/>
    <p:sldLayoutId id="2147484050" r:id="rId44"/>
    <p:sldLayoutId id="2147484051" r:id="rId45"/>
    <p:sldLayoutId id="2147484052" r:id="rId46"/>
    <p:sldLayoutId id="2147484053" r:id="rId47"/>
    <p:sldLayoutId id="2147484054" r:id="rId48"/>
    <p:sldLayoutId id="2147484055" r:id="rId49"/>
    <p:sldLayoutId id="2147484056" r:id="rId50"/>
    <p:sldLayoutId id="2147484057" r:id="rId51"/>
    <p:sldLayoutId id="2147484058" r:id="rId52"/>
    <p:sldLayoutId id="2147484059" r:id="rId53"/>
    <p:sldLayoutId id="2147484060" r:id="rId54"/>
    <p:sldLayoutId id="2147484061" r:id="rId55"/>
    <p:sldLayoutId id="2147484062" r:id="rId56"/>
    <p:sldLayoutId id="2147484063" r:id="rId57"/>
    <p:sldLayoutId id="2147484064" r:id="rId58"/>
    <p:sldLayoutId id="2147484065" r:id="rId59"/>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797A0D0-4236-FD2D-1697-B5D1F50E0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1509A-C409-3748-D49C-33D873F1CD62}"/>
              </a:ext>
            </a:extLst>
          </p:cNvPr>
          <p:cNvSpPr>
            <a:spLocks noGrp="1"/>
          </p:cNvSpPr>
          <p:nvPr>
            <p:ph type="title"/>
          </p:nvPr>
        </p:nvSpPr>
        <p:spPr/>
        <p:txBody>
          <a:bodyPr/>
          <a:lstStyle/>
          <a:p>
            <a:r>
              <a:rPr lang="en-US" dirty="0"/>
              <a:t>Steps to review the Commercial Tenant Inventory</a:t>
            </a:r>
          </a:p>
        </p:txBody>
      </p:sp>
      <p:sp>
        <p:nvSpPr>
          <p:cNvPr id="7" name="TextBox 6">
            <a:extLst>
              <a:ext uri="{FF2B5EF4-FFF2-40B4-BE49-F238E27FC236}">
                <a16:creationId xmlns:a16="http://schemas.microsoft.com/office/drawing/2014/main" id="{56CD313D-6306-81AE-CC2A-7D000FDDE659}"/>
              </a:ext>
            </a:extLst>
          </p:cNvPr>
          <p:cNvSpPr txBox="1"/>
          <p:nvPr/>
        </p:nvSpPr>
        <p:spPr>
          <a:xfrm>
            <a:off x="5919177" y="3113973"/>
            <a:ext cx="6088437" cy="2585323"/>
          </a:xfrm>
          <a:prstGeom prst="rect">
            <a:avLst/>
          </a:prstGeom>
          <a:solidFill>
            <a:schemeClr val="bg1">
              <a:lumMod val="95000"/>
            </a:schemeClr>
          </a:solidFill>
        </p:spPr>
        <p:txBody>
          <a:bodyPr wrap="square">
            <a:spAutoFit/>
          </a:bodyPr>
          <a:lstStyle/>
          <a:p>
            <a:pPr marL="400050" marR="0" lvl="0" indent="-400050" defTabSz="91440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0" cap="none" spc="0" normalizeH="0" baseline="0" noProof="0" dirty="0">
                <a:ln>
                  <a:noFill/>
                </a:ln>
                <a:solidFill>
                  <a:sysClr val="windowText" lastClr="000000"/>
                </a:solidFill>
                <a:effectLst/>
                <a:uLnTx/>
                <a:uFillTx/>
              </a:rPr>
              <a:t>Navigate to the “</a:t>
            </a:r>
            <a:r>
              <a:rPr kumimoji="0" lang="en-US" b="1" i="0" u="none" strike="noStrike" kern="0" cap="none" spc="0" normalizeH="0" baseline="0" noProof="0" dirty="0">
                <a:ln>
                  <a:noFill/>
                </a:ln>
                <a:solidFill>
                  <a:srgbClr val="3A7FB8"/>
                </a:solidFill>
                <a:effectLst/>
                <a:uLnTx/>
                <a:uFillTx/>
              </a:rPr>
              <a:t>REPORTING-CONSOLIDATED</a:t>
            </a:r>
            <a:r>
              <a:rPr kumimoji="0" lang="en-US" b="0" i="0" u="none" strike="noStrike" kern="0" cap="none" spc="0" normalizeH="0" baseline="0" noProof="0" dirty="0">
                <a:ln>
                  <a:noFill/>
                </a:ln>
                <a:solidFill>
                  <a:srgbClr val="3A7FB8"/>
                </a:solidFill>
                <a:effectLst/>
                <a:uLnTx/>
                <a:uFillTx/>
              </a:rPr>
              <a:t>” tab. </a:t>
            </a:r>
          </a:p>
          <a:p>
            <a:pPr marL="457200" lvl="2">
              <a:buFont typeface="+mj-lt"/>
              <a:buAutoNum type="alphaLcPeriod"/>
              <a:defRPr/>
            </a:pPr>
            <a:r>
              <a:rPr kumimoji="0" lang="en-US" b="0" i="0" u="none" strike="noStrike" kern="0" cap="none" spc="0" normalizeH="0" baseline="0" noProof="0" dirty="0">
                <a:ln>
                  <a:noFill/>
                </a:ln>
                <a:solidFill>
                  <a:sysClr val="windowText" lastClr="000000"/>
                </a:solidFill>
                <a:effectLst/>
                <a:uLnTx/>
                <a:uFillTx/>
              </a:rPr>
              <a:t>Enter “</a:t>
            </a:r>
            <a:r>
              <a:rPr kumimoji="0" lang="en-US" b="1" i="0" u="none" strike="noStrike" kern="0" cap="none" spc="0" normalizeH="0" baseline="0" noProof="0" dirty="0">
                <a:ln>
                  <a:noFill/>
                </a:ln>
                <a:solidFill>
                  <a:srgbClr val="3A7FB8"/>
                </a:solidFill>
                <a:effectLst/>
                <a:uLnTx/>
                <a:uFillTx/>
              </a:rPr>
              <a:t>Yes</a:t>
            </a:r>
            <a:r>
              <a:rPr kumimoji="0" lang="en-US" b="0" i="0" u="none" strike="noStrike" kern="0" cap="none" spc="0" normalizeH="0" baseline="0" noProof="0" dirty="0">
                <a:ln>
                  <a:noFill/>
                </a:ln>
                <a:solidFill>
                  <a:sysClr val="windowText" lastClr="000000"/>
                </a:solidFill>
                <a:effectLst/>
                <a:uLnTx/>
                <a:uFillTx/>
              </a:rPr>
              <a:t>” in the “</a:t>
            </a:r>
            <a:r>
              <a:rPr kumimoji="0" lang="en-US" b="1" i="0" u="none" strike="noStrike" kern="0" cap="none" spc="0" normalizeH="0" baseline="0" noProof="0" dirty="0">
                <a:ln>
                  <a:noFill/>
                </a:ln>
                <a:solidFill>
                  <a:srgbClr val="3A7FB8"/>
                </a:solidFill>
                <a:effectLst/>
                <a:uLnTx/>
                <a:uFillTx/>
              </a:rPr>
              <a:t>Migrate to GCCH?</a:t>
            </a:r>
            <a:r>
              <a:rPr kumimoji="0" lang="en-US" b="0" i="0" u="none" strike="noStrike" kern="0" cap="none" spc="0" normalizeH="0" baseline="0" noProof="0" dirty="0">
                <a:ln>
                  <a:noFill/>
                </a:ln>
                <a:solidFill>
                  <a:sysClr val="windowText" lastClr="000000"/>
                </a:solidFill>
                <a:effectLst/>
                <a:uLnTx/>
                <a:uFillTx/>
              </a:rPr>
              <a:t>” column if you are certain the site needs to be migrated. </a:t>
            </a:r>
          </a:p>
          <a:p>
            <a:pPr marL="457200" lvl="2">
              <a:buFont typeface="+mj-lt"/>
              <a:buAutoNum type="alphaLcPeriod"/>
              <a:defRPr/>
            </a:pPr>
            <a:r>
              <a:rPr lang="en-US" kern="0" dirty="0">
                <a:solidFill>
                  <a:sysClr val="windowText" lastClr="000000"/>
                </a:solidFill>
              </a:rPr>
              <a:t>Enter “</a:t>
            </a:r>
            <a:r>
              <a:rPr lang="en-US" b="1" kern="0" dirty="0">
                <a:solidFill>
                  <a:srgbClr val="3A7FB8"/>
                </a:solidFill>
              </a:rPr>
              <a:t>Yes</a:t>
            </a:r>
            <a:r>
              <a:rPr lang="en-US" kern="0" dirty="0">
                <a:solidFill>
                  <a:sysClr val="windowText" lastClr="000000"/>
                </a:solidFill>
              </a:rPr>
              <a:t>” in the “</a:t>
            </a:r>
            <a:r>
              <a:rPr lang="en-US" b="1" kern="0" dirty="0">
                <a:solidFill>
                  <a:srgbClr val="3A7FB8"/>
                </a:solidFill>
              </a:rPr>
              <a:t>Site already exists in GCCH?</a:t>
            </a:r>
            <a:r>
              <a:rPr lang="en-US" kern="0" dirty="0">
                <a:solidFill>
                  <a:sysClr val="windowText" lastClr="000000"/>
                </a:solidFill>
              </a:rPr>
              <a:t>” column if the site already exists in GCCH.</a:t>
            </a:r>
          </a:p>
          <a:p>
            <a:pPr marL="914400" lvl="3">
              <a:buFont typeface="+mj-lt"/>
              <a:buAutoNum type="alphaLcPeriod"/>
              <a:defRPr/>
            </a:pPr>
            <a:r>
              <a:rPr lang="en-US" kern="0" dirty="0">
                <a:solidFill>
                  <a:sysClr val="windowText" lastClr="000000"/>
                </a:solidFill>
              </a:rPr>
              <a:t>If the site exists in GCCH, please enter the “</a:t>
            </a:r>
            <a:r>
              <a:rPr lang="en-US" b="1" kern="0" dirty="0">
                <a:solidFill>
                  <a:srgbClr val="3A7FB8"/>
                </a:solidFill>
              </a:rPr>
              <a:t>GCC Site URL ()</a:t>
            </a:r>
            <a:r>
              <a:rPr lang="en-US" kern="0" dirty="0">
                <a:solidFill>
                  <a:sysClr val="windowText" lastClr="000000"/>
                </a:solidFill>
              </a:rPr>
              <a:t>” column</a:t>
            </a:r>
          </a:p>
          <a:p>
            <a:pPr marL="457200" lvl="2">
              <a:buFont typeface="+mj-lt"/>
              <a:buAutoNum type="alphaLcPeriod"/>
              <a:defRPr/>
            </a:pPr>
            <a:r>
              <a:rPr kumimoji="0" lang="en-US" b="0" i="0" u="none" strike="noStrike" kern="0" cap="none" spc="0" normalizeH="0" baseline="0" noProof="0" dirty="0">
                <a:ln>
                  <a:noFill/>
                </a:ln>
                <a:solidFill>
                  <a:sysClr val="windowText" lastClr="000000"/>
                </a:solidFill>
                <a:effectLst/>
                <a:uLnTx/>
                <a:uFillTx/>
              </a:rPr>
              <a:t>Add your name to the “</a:t>
            </a:r>
            <a:r>
              <a:rPr kumimoji="0" lang="en-US" b="1" i="0" u="none" strike="noStrike" kern="0" cap="none" spc="0" normalizeH="0" baseline="0" noProof="0" dirty="0">
                <a:ln>
                  <a:noFill/>
                </a:ln>
                <a:solidFill>
                  <a:srgbClr val="3A7FB8"/>
                </a:solidFill>
                <a:effectLst/>
                <a:uLnTx/>
                <a:uFillTx/>
              </a:rPr>
              <a:t>Reviewer</a:t>
            </a:r>
            <a:r>
              <a:rPr kumimoji="0" lang="en-US" b="0" i="0" u="none" strike="noStrike" kern="0" cap="none" spc="0" normalizeH="0" baseline="0" noProof="0" dirty="0">
                <a:ln>
                  <a:noFill/>
                </a:ln>
                <a:solidFill>
                  <a:sysClr val="windowText" lastClr="000000"/>
                </a:solidFill>
                <a:effectLst/>
                <a:uLnTx/>
                <a:uFillTx/>
              </a:rPr>
              <a:t>” column.</a:t>
            </a:r>
          </a:p>
          <a:p>
            <a:pPr marL="457200" lvl="2">
              <a:buFont typeface="+mj-lt"/>
              <a:buAutoNum type="alphaLcPeriod"/>
              <a:defRPr/>
            </a:pPr>
            <a:r>
              <a:rPr lang="en-US" kern="0" dirty="0">
                <a:solidFill>
                  <a:sysClr val="windowText" lastClr="000000"/>
                </a:solidFill>
              </a:rPr>
              <a:t>Update the “</a:t>
            </a:r>
            <a:r>
              <a:rPr lang="en-US" b="1" kern="0" dirty="0">
                <a:solidFill>
                  <a:srgbClr val="3A7FB8"/>
                </a:solidFill>
              </a:rPr>
              <a:t>Reviewed Date</a:t>
            </a:r>
            <a:r>
              <a:rPr lang="en-US" kern="0" dirty="0">
                <a:solidFill>
                  <a:sysClr val="windowText" lastClr="000000"/>
                </a:solidFill>
              </a:rPr>
              <a:t>” column</a:t>
            </a:r>
            <a:endParaRPr kumimoji="0" lang="en-US" b="0" i="0" u="none" strike="noStrike" kern="0" cap="none" spc="0" normalizeH="0" baseline="0" noProof="0" dirty="0">
              <a:ln>
                <a:noFill/>
              </a:ln>
              <a:solidFill>
                <a:sysClr val="windowText" lastClr="000000"/>
              </a:solidFill>
              <a:effectLst/>
              <a:uLnTx/>
              <a:uFillTx/>
            </a:endParaRPr>
          </a:p>
        </p:txBody>
      </p:sp>
      <p:sp>
        <p:nvSpPr>
          <p:cNvPr id="8" name="Rectangle 7">
            <a:extLst>
              <a:ext uri="{FF2B5EF4-FFF2-40B4-BE49-F238E27FC236}">
                <a16:creationId xmlns:a16="http://schemas.microsoft.com/office/drawing/2014/main" id="{B4E1D569-60F8-693C-8B4B-CD6BEF6CBA9C}"/>
              </a:ext>
            </a:extLst>
          </p:cNvPr>
          <p:cNvSpPr/>
          <p:nvPr/>
        </p:nvSpPr>
        <p:spPr>
          <a:xfrm>
            <a:off x="414970" y="1124986"/>
            <a:ext cx="8170229" cy="138736"/>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graphicFrame>
        <p:nvGraphicFramePr>
          <p:cNvPr id="11" name="Table 10">
            <a:extLst>
              <a:ext uri="{FF2B5EF4-FFF2-40B4-BE49-F238E27FC236}">
                <a16:creationId xmlns:a16="http://schemas.microsoft.com/office/drawing/2014/main" id="{986EEDB3-A30B-2D43-E60A-519A8B283C9D}"/>
              </a:ext>
            </a:extLst>
          </p:cNvPr>
          <p:cNvGraphicFramePr>
            <a:graphicFrameLocks noGrp="1"/>
          </p:cNvGraphicFramePr>
          <p:nvPr/>
        </p:nvGraphicFramePr>
        <p:xfrm>
          <a:off x="409123" y="1862686"/>
          <a:ext cx="4971973" cy="1678305"/>
        </p:xfrm>
        <a:graphic>
          <a:graphicData uri="http://schemas.openxmlformats.org/drawingml/2006/table">
            <a:tbl>
              <a:tblPr>
                <a:tableStyleId>{5C22544A-7EE6-4342-B048-85BDC9FD1C3A}</a:tableStyleId>
              </a:tblPr>
              <a:tblGrid>
                <a:gridCol w="2051770">
                  <a:extLst>
                    <a:ext uri="{9D8B030D-6E8A-4147-A177-3AD203B41FA5}">
                      <a16:colId xmlns:a16="http://schemas.microsoft.com/office/drawing/2014/main" val="2316552507"/>
                    </a:ext>
                  </a:extLst>
                </a:gridCol>
                <a:gridCol w="974901">
                  <a:extLst>
                    <a:ext uri="{9D8B030D-6E8A-4147-A177-3AD203B41FA5}">
                      <a16:colId xmlns:a16="http://schemas.microsoft.com/office/drawing/2014/main" val="2893417015"/>
                    </a:ext>
                  </a:extLst>
                </a:gridCol>
                <a:gridCol w="1945302">
                  <a:extLst>
                    <a:ext uri="{9D8B030D-6E8A-4147-A177-3AD203B41FA5}">
                      <a16:colId xmlns:a16="http://schemas.microsoft.com/office/drawing/2014/main" val="3096009055"/>
                    </a:ext>
                  </a:extLst>
                </a:gridCol>
              </a:tblGrid>
              <a:tr h="190500">
                <a:tc>
                  <a:txBody>
                    <a:bodyPr/>
                    <a:lstStyle/>
                    <a:p>
                      <a:pPr algn="r" fontAlgn="b">
                        <a:buNone/>
                      </a:pPr>
                      <a:r>
                        <a:rPr lang="en-US" sz="1600" b="1" i="0" u="none" strike="noStrike" dirty="0">
                          <a:solidFill>
                            <a:srgbClr val="000000"/>
                          </a:solidFill>
                          <a:effectLst/>
                          <a:latin typeface="Ubuntu (Body)"/>
                        </a:rPr>
                        <a:t>ASSET TYPE</a:t>
                      </a:r>
                    </a:p>
                  </a:txBody>
                  <a:tcPr marL="9525" marR="9525" marT="9525" marB="0"/>
                </a:tc>
                <a:tc>
                  <a:txBody>
                    <a:bodyPr/>
                    <a:lstStyle/>
                    <a:p>
                      <a:pPr algn="r" fontAlgn="b">
                        <a:buNone/>
                      </a:pPr>
                      <a:r>
                        <a:rPr lang="en-US" sz="1600" b="1" i="0" u="none" strike="noStrike" dirty="0">
                          <a:solidFill>
                            <a:srgbClr val="000000"/>
                          </a:solidFill>
                          <a:effectLst/>
                          <a:latin typeface="Ubuntu (Body)"/>
                        </a:rPr>
                        <a:t>COUNT</a:t>
                      </a:r>
                    </a:p>
                  </a:txBody>
                  <a:tcPr marL="9525" marR="9525" marT="9525" marB="0"/>
                </a:tc>
                <a:tc>
                  <a:txBody>
                    <a:bodyPr/>
                    <a:lstStyle/>
                    <a:p>
                      <a:pPr algn="r" fontAlgn="b">
                        <a:buNone/>
                      </a:pPr>
                      <a:r>
                        <a:rPr lang="en-US" sz="1600" b="1" i="0" u="none" strike="noStrike" dirty="0">
                          <a:solidFill>
                            <a:srgbClr val="000000"/>
                          </a:solidFill>
                          <a:effectLst/>
                          <a:latin typeface="Ubuntu (Body)"/>
                        </a:rPr>
                        <a:t>TOTAL SIZE </a:t>
                      </a:r>
                      <a:br>
                        <a:rPr lang="en-US" sz="1600" b="1" i="0" u="none" strike="noStrike" dirty="0">
                          <a:solidFill>
                            <a:srgbClr val="000000"/>
                          </a:solidFill>
                          <a:effectLst/>
                          <a:latin typeface="Ubuntu (Body)"/>
                        </a:rPr>
                      </a:br>
                      <a:r>
                        <a:rPr lang="en-US" sz="1600" b="1" i="0" u="none" strike="noStrike" dirty="0">
                          <a:solidFill>
                            <a:srgbClr val="000000"/>
                          </a:solidFill>
                          <a:effectLst/>
                          <a:latin typeface="Ubuntu (Body)"/>
                        </a:rPr>
                        <a:t>(in GB)</a:t>
                      </a:r>
                    </a:p>
                  </a:txBody>
                  <a:tcPr marL="9525" marR="9525" marT="9525" marB="0"/>
                </a:tc>
                <a:extLst>
                  <a:ext uri="{0D108BD9-81ED-4DB2-BD59-A6C34878D82A}">
                    <a16:rowId xmlns:a16="http://schemas.microsoft.com/office/drawing/2014/main" val="4258761592"/>
                  </a:ext>
                </a:extLst>
              </a:tr>
              <a:tr h="190500">
                <a:tc>
                  <a:txBody>
                    <a:bodyPr/>
                    <a:lstStyle/>
                    <a:p>
                      <a:pPr algn="r" fontAlgn="b">
                        <a:buNone/>
                      </a:pPr>
                      <a:r>
                        <a:rPr lang="en-US" sz="1500" b="0" u="none" strike="noStrike" dirty="0">
                          <a:effectLst/>
                          <a:latin typeface="Ubuntu (Body)"/>
                        </a:rPr>
                        <a:t>SPO</a:t>
                      </a:r>
                      <a:endParaRPr lang="en-US" sz="1500" b="0" i="0" u="none" strike="noStrike" dirty="0">
                        <a:solidFill>
                          <a:srgbClr val="000000"/>
                        </a:solidFill>
                        <a:effectLst/>
                        <a:latin typeface="Ubuntu (Body)"/>
                      </a:endParaRPr>
                    </a:p>
                  </a:txBody>
                  <a:tcPr marL="9525" marR="9525" marT="9525" marB="0" anchor="b"/>
                </a:tc>
                <a:tc>
                  <a:txBody>
                    <a:bodyPr/>
                    <a:lstStyle/>
                    <a:p>
                      <a:pPr algn="r" fontAlgn="b">
                        <a:buNone/>
                      </a:pPr>
                      <a:r>
                        <a:rPr lang="en-US" sz="1500" b="0" u="none" strike="noStrike" dirty="0">
                          <a:effectLst/>
                          <a:latin typeface="Ubuntu (Body)"/>
                        </a:rPr>
                        <a:t>12</a:t>
                      </a:r>
                      <a:endParaRPr lang="en-US" sz="1500" b="0" i="0" u="none" strike="noStrike" dirty="0">
                        <a:solidFill>
                          <a:srgbClr val="000000"/>
                        </a:solidFill>
                        <a:effectLst/>
                        <a:latin typeface="Ubuntu (Body)"/>
                      </a:endParaRPr>
                    </a:p>
                  </a:txBody>
                  <a:tcPr marL="9525" marR="9525" marT="9525" marB="0" anchor="b"/>
                </a:tc>
                <a:tc>
                  <a:txBody>
                    <a:bodyPr/>
                    <a:lstStyle/>
                    <a:p>
                      <a:pPr algn="r" fontAlgn="b">
                        <a:buNone/>
                      </a:pPr>
                      <a:r>
                        <a:rPr lang="en-US" sz="1500" b="0" i="0" u="none" strike="noStrike" dirty="0">
                          <a:solidFill>
                            <a:srgbClr val="000000"/>
                          </a:solidFill>
                          <a:effectLst/>
                          <a:latin typeface="Ubuntu (Body)"/>
                        </a:rPr>
                        <a:t>.65</a:t>
                      </a:r>
                    </a:p>
                  </a:txBody>
                  <a:tcPr marL="9525" marR="9525" marT="9525" marB="0" anchor="b"/>
                </a:tc>
                <a:extLst>
                  <a:ext uri="{0D108BD9-81ED-4DB2-BD59-A6C34878D82A}">
                    <a16:rowId xmlns:a16="http://schemas.microsoft.com/office/drawing/2014/main" val="2695559285"/>
                  </a:ext>
                </a:extLst>
              </a:tr>
              <a:tr h="190500">
                <a:tc>
                  <a:txBody>
                    <a:bodyPr/>
                    <a:lstStyle/>
                    <a:p>
                      <a:pPr algn="r" fontAlgn="b">
                        <a:buNone/>
                      </a:pPr>
                      <a:r>
                        <a:rPr lang="en-US" sz="1500" b="0" u="none" strike="noStrike" dirty="0">
                          <a:effectLst/>
                          <a:latin typeface="Ubuntu (Body)"/>
                        </a:rPr>
                        <a:t>SPO - M365 GROUP CONNECTED</a:t>
                      </a:r>
                      <a:endParaRPr lang="en-US" sz="1500" b="0" i="0" u="none" strike="noStrike" dirty="0">
                        <a:solidFill>
                          <a:srgbClr val="000000"/>
                        </a:solidFill>
                        <a:effectLst/>
                        <a:latin typeface="Ubuntu (Body)"/>
                      </a:endParaRPr>
                    </a:p>
                  </a:txBody>
                  <a:tcPr marL="9525" marR="9525" marT="9525" marB="0" anchor="b"/>
                </a:tc>
                <a:tc>
                  <a:txBody>
                    <a:bodyPr/>
                    <a:lstStyle/>
                    <a:p>
                      <a:pPr algn="r" fontAlgn="b">
                        <a:buNone/>
                      </a:pPr>
                      <a:r>
                        <a:rPr lang="en-US" sz="1500" b="0" u="none" strike="noStrike" dirty="0">
                          <a:effectLst/>
                          <a:latin typeface="Ubuntu (Body)"/>
                        </a:rPr>
                        <a:t>55</a:t>
                      </a:r>
                      <a:endParaRPr lang="en-US" sz="1500" b="0" i="0" u="none" strike="noStrike" dirty="0">
                        <a:solidFill>
                          <a:srgbClr val="000000"/>
                        </a:solidFill>
                        <a:effectLst/>
                        <a:latin typeface="Ubuntu (Body)"/>
                      </a:endParaRPr>
                    </a:p>
                  </a:txBody>
                  <a:tcPr marL="9525" marR="9525" marT="9525" marB="0" anchor="b"/>
                </a:tc>
                <a:tc>
                  <a:txBody>
                    <a:bodyPr/>
                    <a:lstStyle/>
                    <a:p>
                      <a:pPr algn="r" fontAlgn="b">
                        <a:buNone/>
                      </a:pPr>
                      <a:r>
                        <a:rPr lang="en-US" sz="1500" b="0" i="0" u="none" strike="noStrike" dirty="0">
                          <a:solidFill>
                            <a:srgbClr val="000000"/>
                          </a:solidFill>
                          <a:effectLst/>
                          <a:latin typeface="Ubuntu (Body)"/>
                        </a:rPr>
                        <a:t>308.88</a:t>
                      </a:r>
                    </a:p>
                  </a:txBody>
                  <a:tcPr marL="9525" marR="9525" marT="9525" marB="0" anchor="b"/>
                </a:tc>
                <a:extLst>
                  <a:ext uri="{0D108BD9-81ED-4DB2-BD59-A6C34878D82A}">
                    <a16:rowId xmlns:a16="http://schemas.microsoft.com/office/drawing/2014/main" val="412864274"/>
                  </a:ext>
                </a:extLst>
              </a:tr>
              <a:tr h="190500">
                <a:tc>
                  <a:txBody>
                    <a:bodyPr/>
                    <a:lstStyle/>
                    <a:p>
                      <a:pPr algn="r" fontAlgn="b">
                        <a:buNone/>
                      </a:pPr>
                      <a:r>
                        <a:rPr lang="en-US" sz="1500" b="0" u="none" strike="noStrike" dirty="0">
                          <a:effectLst/>
                          <a:latin typeface="Ubuntu (Body)"/>
                        </a:rPr>
                        <a:t>TEAMS</a:t>
                      </a:r>
                      <a:endParaRPr lang="en-US" sz="1500" b="0" i="0" u="none" strike="noStrike" dirty="0">
                        <a:solidFill>
                          <a:srgbClr val="000000"/>
                        </a:solidFill>
                        <a:effectLst/>
                        <a:latin typeface="Ubuntu (Body)"/>
                      </a:endParaRPr>
                    </a:p>
                  </a:txBody>
                  <a:tcPr marL="9525" marR="9525" marT="9525" marB="0" anchor="b"/>
                </a:tc>
                <a:tc>
                  <a:txBody>
                    <a:bodyPr/>
                    <a:lstStyle/>
                    <a:p>
                      <a:pPr algn="r" fontAlgn="b">
                        <a:buNone/>
                      </a:pPr>
                      <a:r>
                        <a:rPr lang="en-US" sz="1500" b="0" u="none" strike="noStrike" dirty="0">
                          <a:effectLst/>
                          <a:latin typeface="Ubuntu (Body)"/>
                        </a:rPr>
                        <a:t>224</a:t>
                      </a:r>
                      <a:endParaRPr lang="en-US" sz="1500" b="0" i="0" u="none" strike="noStrike" dirty="0">
                        <a:solidFill>
                          <a:srgbClr val="000000"/>
                        </a:solidFill>
                        <a:effectLst/>
                        <a:latin typeface="Ubuntu (Body)"/>
                      </a:endParaRPr>
                    </a:p>
                  </a:txBody>
                  <a:tcPr marL="9525" marR="9525" marT="9525" marB="0" anchor="b"/>
                </a:tc>
                <a:tc>
                  <a:txBody>
                    <a:bodyPr/>
                    <a:lstStyle/>
                    <a:p>
                      <a:pPr algn="r" fontAlgn="b">
                        <a:buNone/>
                      </a:pPr>
                      <a:r>
                        <a:rPr lang="en-US" sz="1500" b="0" i="0" u="none" strike="noStrike" dirty="0">
                          <a:solidFill>
                            <a:srgbClr val="000000"/>
                          </a:solidFill>
                          <a:effectLst/>
                          <a:latin typeface="Ubuntu (Body)"/>
                        </a:rPr>
                        <a:t>1083.44</a:t>
                      </a:r>
                    </a:p>
                  </a:txBody>
                  <a:tcPr marL="9525" marR="9525" marT="9525" marB="0" anchor="b"/>
                </a:tc>
                <a:extLst>
                  <a:ext uri="{0D108BD9-81ED-4DB2-BD59-A6C34878D82A}">
                    <a16:rowId xmlns:a16="http://schemas.microsoft.com/office/drawing/2014/main" val="2384312420"/>
                  </a:ext>
                </a:extLst>
              </a:tr>
              <a:tr h="190500">
                <a:tc>
                  <a:txBody>
                    <a:bodyPr/>
                    <a:lstStyle/>
                    <a:p>
                      <a:pPr algn="r" fontAlgn="b">
                        <a:buNone/>
                      </a:pPr>
                      <a:r>
                        <a:rPr lang="en-US" sz="1500" b="1" i="0" u="none" strike="noStrike" dirty="0">
                          <a:solidFill>
                            <a:srgbClr val="000000"/>
                          </a:solidFill>
                          <a:effectLst/>
                          <a:latin typeface="Ubuntu (Body)"/>
                        </a:rPr>
                        <a:t>TOTAL</a:t>
                      </a:r>
                    </a:p>
                  </a:txBody>
                  <a:tcPr marL="9525" marR="9525" marT="9525" marB="0" anchor="b"/>
                </a:tc>
                <a:tc>
                  <a:txBody>
                    <a:bodyPr/>
                    <a:lstStyle/>
                    <a:p>
                      <a:pPr algn="r" fontAlgn="b">
                        <a:buNone/>
                      </a:pPr>
                      <a:r>
                        <a:rPr lang="en-US" sz="1500" b="1" i="0" u="none" strike="noStrike" dirty="0">
                          <a:solidFill>
                            <a:srgbClr val="000000"/>
                          </a:solidFill>
                          <a:effectLst/>
                          <a:latin typeface="Ubuntu (Body)"/>
                        </a:rPr>
                        <a:t>291</a:t>
                      </a:r>
                    </a:p>
                  </a:txBody>
                  <a:tcPr marL="9525" marR="9525" marT="9525" marB="0" anchor="b"/>
                </a:tc>
                <a:tc>
                  <a:txBody>
                    <a:bodyPr/>
                    <a:lstStyle/>
                    <a:p>
                      <a:pPr algn="r" fontAlgn="b">
                        <a:buNone/>
                      </a:pPr>
                      <a:r>
                        <a:rPr lang="en-US" sz="1500" b="1" i="0" u="none" strike="noStrike" dirty="0">
                          <a:solidFill>
                            <a:srgbClr val="000000"/>
                          </a:solidFill>
                          <a:effectLst/>
                          <a:latin typeface="Ubuntu (Body)"/>
                        </a:rPr>
                        <a:t>1392.97 </a:t>
                      </a:r>
                      <a:r>
                        <a:rPr lang="en-US" sz="1500" b="0" i="0" u="none" strike="noStrike" dirty="0">
                          <a:solidFill>
                            <a:srgbClr val="000000"/>
                          </a:solidFill>
                          <a:effectLst/>
                          <a:latin typeface="Ubuntu (Body)"/>
                        </a:rPr>
                        <a:t>(1.3TB)</a:t>
                      </a:r>
                    </a:p>
                  </a:txBody>
                  <a:tcPr marL="9525" marR="9525" marT="9525" marB="0" anchor="b"/>
                </a:tc>
                <a:extLst>
                  <a:ext uri="{0D108BD9-81ED-4DB2-BD59-A6C34878D82A}">
                    <a16:rowId xmlns:a16="http://schemas.microsoft.com/office/drawing/2014/main" val="2476574814"/>
                  </a:ext>
                </a:extLst>
              </a:tr>
            </a:tbl>
          </a:graphicData>
        </a:graphic>
      </p:graphicFrame>
      <p:sp>
        <p:nvSpPr>
          <p:cNvPr id="14" name="TextBox 13">
            <a:extLst>
              <a:ext uri="{FF2B5EF4-FFF2-40B4-BE49-F238E27FC236}">
                <a16:creationId xmlns:a16="http://schemas.microsoft.com/office/drawing/2014/main" id="{53E0A5EB-E503-2FFA-7DBD-CF408A71E634}"/>
              </a:ext>
            </a:extLst>
          </p:cNvPr>
          <p:cNvSpPr txBox="1"/>
          <p:nvPr/>
        </p:nvSpPr>
        <p:spPr>
          <a:xfrm>
            <a:off x="5972524" y="1928761"/>
            <a:ext cx="6035090" cy="925511"/>
          </a:xfrm>
          <a:prstGeom prst="rect">
            <a:avLst/>
          </a:prstGeom>
          <a:noFill/>
          <a:ln>
            <a:solidFill>
              <a:schemeClr val="bg1">
                <a:lumMod val="50000"/>
              </a:schemeClr>
            </a:solidFill>
          </a:ln>
        </p:spPr>
        <p:txBody>
          <a:bodyPr vert="horz" wrap="square" lIns="90000" tIns="46800" rIns="90000" bIns="46800" rtlCol="0" anchor="ctr">
            <a:spAutoFit/>
          </a:bodyPr>
          <a:lstStyle/>
          <a:p>
            <a:pPr algn="l">
              <a:spcBef>
                <a:spcPct val="0"/>
              </a:spcBef>
            </a:pPr>
            <a:r>
              <a:rPr lang="en-US" b="1" dirty="0"/>
              <a:t>Please complete a first pass of the inventory and mark the sites you know need to move by EOD Friday, 3/20. Please follow these below steps.</a:t>
            </a:r>
          </a:p>
        </p:txBody>
      </p:sp>
      <p:sp>
        <p:nvSpPr>
          <p:cNvPr id="15" name="TextBox 14">
            <a:extLst>
              <a:ext uri="{FF2B5EF4-FFF2-40B4-BE49-F238E27FC236}">
                <a16:creationId xmlns:a16="http://schemas.microsoft.com/office/drawing/2014/main" id="{206CB57A-BDDC-C8CE-76F2-406C486F29EC}"/>
              </a:ext>
            </a:extLst>
          </p:cNvPr>
          <p:cNvSpPr txBox="1"/>
          <p:nvPr/>
        </p:nvSpPr>
        <p:spPr>
          <a:xfrm>
            <a:off x="414970" y="1449478"/>
            <a:ext cx="4966126" cy="371513"/>
          </a:xfrm>
          <a:prstGeom prst="rect">
            <a:avLst/>
          </a:prstGeom>
          <a:solidFill>
            <a:schemeClr val="accent1">
              <a:lumMod val="50000"/>
            </a:schemeClr>
          </a:solidFill>
        </p:spPr>
        <p:txBody>
          <a:bodyPr vert="horz" wrap="square" lIns="90000" tIns="46800" rIns="90000" bIns="46800" rtlCol="0" anchor="ctr">
            <a:spAutoFit/>
          </a:bodyPr>
          <a:lstStyle/>
          <a:p>
            <a:pPr algn="l">
              <a:spcBef>
                <a:spcPct val="0"/>
              </a:spcBef>
            </a:pPr>
            <a:r>
              <a:rPr lang="en-US" b="1" dirty="0">
                <a:solidFill>
                  <a:schemeClr val="bg1"/>
                </a:solidFill>
              </a:rPr>
              <a:t>A quick view of your inventory</a:t>
            </a:r>
          </a:p>
        </p:txBody>
      </p:sp>
      <p:sp>
        <p:nvSpPr>
          <p:cNvPr id="20" name="TextBox 19">
            <a:extLst>
              <a:ext uri="{FF2B5EF4-FFF2-40B4-BE49-F238E27FC236}">
                <a16:creationId xmlns:a16="http://schemas.microsoft.com/office/drawing/2014/main" id="{EBFCDB21-3087-6491-307F-9613C87EF003}"/>
              </a:ext>
            </a:extLst>
          </p:cNvPr>
          <p:cNvSpPr txBox="1"/>
          <p:nvPr/>
        </p:nvSpPr>
        <p:spPr>
          <a:xfrm>
            <a:off x="5972525" y="1418749"/>
            <a:ext cx="4800010" cy="371513"/>
          </a:xfrm>
          <a:prstGeom prst="rect">
            <a:avLst/>
          </a:prstGeom>
          <a:solidFill>
            <a:schemeClr val="accent1">
              <a:lumMod val="50000"/>
            </a:schemeClr>
          </a:solidFill>
        </p:spPr>
        <p:txBody>
          <a:bodyPr vert="horz" wrap="none" lIns="90000" tIns="46800" rIns="90000" bIns="46800" rtlCol="0" anchor="ctr">
            <a:spAutoFit/>
          </a:bodyPr>
          <a:lstStyle/>
          <a:p>
            <a:pPr algn="l">
              <a:spcBef>
                <a:spcPct val="0"/>
              </a:spcBef>
            </a:pPr>
            <a:r>
              <a:rPr lang="en-US" b="1" dirty="0">
                <a:solidFill>
                  <a:schemeClr val="bg1"/>
                </a:solidFill>
              </a:rPr>
              <a:t>Request of Site Owners / Content Owners</a:t>
            </a:r>
          </a:p>
        </p:txBody>
      </p:sp>
    </p:spTree>
    <p:extLst>
      <p:ext uri="{BB962C8B-B14F-4D97-AF65-F5344CB8AC3E}">
        <p14:creationId xmlns:p14="http://schemas.microsoft.com/office/powerpoint/2010/main" val="8479154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apgemini_2025">
  <a:themeElements>
    <a:clrScheme name="Capgemini 2024">
      <a:dk1>
        <a:sysClr val="windowText" lastClr="000000"/>
      </a:dk1>
      <a:lt1>
        <a:srgbClr val="FFFFFF"/>
      </a:lt1>
      <a:dk2>
        <a:srgbClr val="000000"/>
      </a:dk2>
      <a:lt2>
        <a:srgbClr val="F6F6F6"/>
      </a:lt2>
      <a:accent1>
        <a:srgbClr val="0070AD"/>
      </a:accent1>
      <a:accent2>
        <a:srgbClr val="12ABDB"/>
      </a:accent2>
      <a:accent3>
        <a:srgbClr val="14596B"/>
      </a:accent3>
      <a:accent4>
        <a:srgbClr val="272936"/>
      </a:accent4>
      <a:accent5>
        <a:srgbClr val="0F878A"/>
      </a:accent5>
      <a:accent6>
        <a:srgbClr val="00BFBF"/>
      </a:accent6>
      <a:hlink>
        <a:srgbClr val="00929B"/>
      </a:hlink>
      <a:folHlink>
        <a:srgbClr val="00BFB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template-master_2025-new.pptx" id="{1A5E21FD-F1C4-4602-B93C-205760177B2A}" vid="{524A17E9-0B99-43DD-868E-483190FF6BA1}"/>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6EFC7902C1D6843A9CAA8F84DCEFD35" ma:contentTypeVersion="3" ma:contentTypeDescription="Create a new document." ma:contentTypeScope="" ma:versionID="f65e138b43ba3757637c6c0d5aaf736f">
  <xsd:schema xmlns:xsd="http://www.w3.org/2001/XMLSchema" xmlns:xs="http://www.w3.org/2001/XMLSchema" xmlns:p="http://schemas.microsoft.com/office/2006/metadata/properties" xmlns:ns2="0232d279-41b1-4cd2-80f7-7b8932fa5a49" targetNamespace="http://schemas.microsoft.com/office/2006/metadata/properties" ma:root="true" ma:fieldsID="54e83d829006af0169c24484f01a8768" ns2:_="">
    <xsd:import namespace="0232d279-41b1-4cd2-80f7-7b8932fa5a4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32d279-41b1-4cd2-80f7-7b8932fa5a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34CA60B-650D-454D-81BD-B435434884A6}">
  <ds:schemaRefs>
    <ds:schemaRef ds:uri="http://schemas.microsoft.com/sharepoint/v3/contenttype/forms"/>
  </ds:schemaRefs>
</ds:datastoreItem>
</file>

<file path=customXml/itemProps2.xml><?xml version="1.0" encoding="utf-8"?>
<ds:datastoreItem xmlns:ds="http://schemas.openxmlformats.org/officeDocument/2006/customXml" ds:itemID="{F872511B-0FFC-420A-8E25-F68C8FEDE7D0}"/>
</file>

<file path=customXml/itemProps3.xml><?xml version="1.0" encoding="utf-8"?>
<ds:datastoreItem xmlns:ds="http://schemas.openxmlformats.org/officeDocument/2006/customXml" ds:itemID="{40EDFFEB-613A-4325-823B-C19C694C2351}">
  <ds:schemaRefs>
    <ds:schemaRef ds:uri="http://schemas.microsoft.com/office/2006/metadata/properties"/>
    <ds:schemaRef ds:uri="http://schemas.microsoft.com/office/2006/documentManagement/types"/>
    <ds:schemaRef ds:uri="http://purl.org/dc/terms/"/>
    <ds:schemaRef ds:uri="http://purl.org/dc/elements/1.1/"/>
    <ds:schemaRef ds:uri="http://purl.org/dc/dcmitype/"/>
    <ds:schemaRef ds:uri="http://schemas.microsoft.com/office/infopath/2007/PartnerControls"/>
    <ds:schemaRef ds:uri="http://schemas.openxmlformats.org/package/2006/metadata/core-properties"/>
    <ds:schemaRef ds:uri="81c6738b-377c-43f5-bfdb-4449b93935a0"/>
    <ds:schemaRef ds:uri="8385bafa-1b56-4006-b819-40fc3c2d1877"/>
    <ds:schemaRef ds:uri="http://www.w3.org/XML/1998/namespace"/>
  </ds:schemaRefs>
</ds:datastoreItem>
</file>

<file path=docMetadata/LabelInfo.xml><?xml version="1.0" encoding="utf-8"?>
<clbl:labelList xmlns:clbl="http://schemas.microsoft.com/office/2020/mipLabelMetadata">
  <clbl:label id="{47dea8b7-9eaa-40b7-9fe0-5c9e237036c0}"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ppt-template_Capgemini-2021</Template>
  <TotalTime>1310</TotalTime>
  <Words>192</Words>
  <Application>Microsoft Office PowerPoint</Application>
  <PresentationFormat>Widescreen</PresentationFormat>
  <Paragraphs>30</Paragraphs>
  <Slides>1</Slides>
  <Notes>1</Notes>
  <HiddenSlides>0</HiddenSlides>
  <MMClips>0</MMClips>
  <ScaleCrop>false</ScaleCrop>
  <HeadingPairs>
    <vt:vector size="10"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14" baseType="lpstr">
      <vt:lpstr>Arial</vt:lpstr>
      <vt:lpstr>Courier New</vt:lpstr>
      <vt:lpstr>Segoe UI</vt:lpstr>
      <vt:lpstr>Ubuntu</vt:lpstr>
      <vt:lpstr>Ubuntu (Body)</vt:lpstr>
      <vt:lpstr>Ubuntu Light</vt:lpstr>
      <vt:lpstr>Ubuntu Medium</vt:lpstr>
      <vt:lpstr>Verdana</vt:lpstr>
      <vt:lpstr>Wingdings</vt:lpstr>
      <vt:lpstr>Capgemini Master 2021</vt:lpstr>
      <vt:lpstr>Capgemini_2025</vt:lpstr>
      <vt:lpstr>think-cell Slide</vt:lpstr>
      <vt:lpstr>Steps to review the Commercial Tenant Inventory</vt:lpstr>
      <vt:lpstr>Custom Show 1</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Manikantan, Saravanan</dc:creator>
  <cp:lastModifiedBy>Nguyen, Tiffany (Mong-Tuyen)</cp:lastModifiedBy>
  <cp:revision>4</cp:revision>
  <dcterms:created xsi:type="dcterms:W3CDTF">2021-04-27T04:03:13Z</dcterms:created>
  <dcterms:modified xsi:type="dcterms:W3CDTF">2026-03-20T01:12:01Z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0x010100B6EFC7902C1D6843A9CAA8F84DCEFD35</vt:lpwstr>
  </property>
  <property fmtid="{D5CDD505-2E9C-101B-9397-08002B2CF9AE}" pid="3" name="Order">
    <vt:r8>178000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MediaServiceImageTags">
    <vt:lpwstr/>
  </property>
</Properties>
</file>